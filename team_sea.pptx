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8" r:id="rId2"/>
    <p:sldId id="267" r:id="rId3"/>
    <p:sldId id="2563" r:id="rId4"/>
    <p:sldId id="268" r:id="rId5"/>
    <p:sldId id="2564" r:id="rId6"/>
    <p:sldId id="2565" r:id="rId7"/>
    <p:sldId id="2566" r:id="rId8"/>
    <p:sldId id="259" r:id="rId9"/>
    <p:sldId id="260" r:id="rId10"/>
    <p:sldId id="261" r:id="rId11"/>
    <p:sldId id="262" r:id="rId12"/>
    <p:sldId id="263" r:id="rId13"/>
    <p:sldId id="264" r:id="rId14"/>
    <p:sldId id="2569" r:id="rId15"/>
    <p:sldId id="2572" r:id="rId16"/>
    <p:sldId id="2570" r:id="rId17"/>
    <p:sldId id="2571" r:id="rId18"/>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0A2B104-907E-4428-9222-41C4B39456A7}" v="282" dt="2026-01-22T18:24:13.856"/>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46" d="100"/>
          <a:sy n="46" d="100"/>
        </p:scale>
        <p:origin x="53" y="6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oki Moriguchi" userId="d774f1e6ce8205b3" providerId="LiveId" clId="{92682447-84B7-4AF4-A12B-A7B8767DF9DB}"/>
    <pc:docChg chg="undo redo custSel addSld delSld modSld sldOrd modMainMaster">
      <pc:chgData name="Koki Moriguchi" userId="d774f1e6ce8205b3" providerId="LiveId" clId="{92682447-84B7-4AF4-A12B-A7B8767DF9DB}" dt="2026-01-22T18:27:10.136" v="2806" actId="47"/>
      <pc:docMkLst>
        <pc:docMk/>
      </pc:docMkLst>
      <pc:sldChg chg="addSp modSp del mod">
        <pc:chgData name="Koki Moriguchi" userId="d774f1e6ce8205b3" providerId="LiveId" clId="{92682447-84B7-4AF4-A12B-A7B8767DF9DB}" dt="2026-01-22T16:38:35.388" v="125" actId="47"/>
        <pc:sldMkLst>
          <pc:docMk/>
          <pc:sldMk cId="2579515989" sldId="256"/>
        </pc:sldMkLst>
      </pc:sldChg>
      <pc:sldChg chg="delSp modSp new del mod">
        <pc:chgData name="Koki Moriguchi" userId="d774f1e6ce8205b3" providerId="LiveId" clId="{92682447-84B7-4AF4-A12B-A7B8767DF9DB}" dt="2026-01-22T16:38:36.653" v="126" actId="47"/>
        <pc:sldMkLst>
          <pc:docMk/>
          <pc:sldMk cId="213320070" sldId="257"/>
        </pc:sldMkLst>
      </pc:sldChg>
      <pc:sldChg chg="add">
        <pc:chgData name="Koki Moriguchi" userId="d774f1e6ce8205b3" providerId="LiveId" clId="{92682447-84B7-4AF4-A12B-A7B8767DF9DB}" dt="2026-01-22T16:38:31.605" v="124"/>
        <pc:sldMkLst>
          <pc:docMk/>
          <pc:sldMk cId="311598289" sldId="258"/>
        </pc:sldMkLst>
      </pc:sldChg>
      <pc:sldChg chg="add">
        <pc:chgData name="Koki Moriguchi" userId="d774f1e6ce8205b3" providerId="LiveId" clId="{92682447-84B7-4AF4-A12B-A7B8767DF9DB}" dt="2026-01-22T16:38:31.605" v="124"/>
        <pc:sldMkLst>
          <pc:docMk/>
          <pc:sldMk cId="2074752165" sldId="259"/>
        </pc:sldMkLst>
      </pc:sldChg>
      <pc:sldChg chg="modSp add mod">
        <pc:chgData name="Koki Moriguchi" userId="d774f1e6ce8205b3" providerId="LiveId" clId="{92682447-84B7-4AF4-A12B-A7B8767DF9DB}" dt="2026-01-22T18:25:30.999" v="2804" actId="20577"/>
        <pc:sldMkLst>
          <pc:docMk/>
          <pc:sldMk cId="2750583595" sldId="260"/>
        </pc:sldMkLst>
        <pc:spChg chg="mod">
          <ac:chgData name="Koki Moriguchi" userId="d774f1e6ce8205b3" providerId="LiveId" clId="{92682447-84B7-4AF4-A12B-A7B8767DF9DB}" dt="2026-01-22T18:25:30.999" v="2804" actId="20577"/>
          <ac:spMkLst>
            <pc:docMk/>
            <pc:sldMk cId="2750583595" sldId="260"/>
            <ac:spMk id="3" creationId="{EF18056A-52AC-1931-DA58-5FA75D53C143}"/>
          </ac:spMkLst>
        </pc:spChg>
      </pc:sldChg>
      <pc:sldChg chg="add">
        <pc:chgData name="Koki Moriguchi" userId="d774f1e6ce8205b3" providerId="LiveId" clId="{92682447-84B7-4AF4-A12B-A7B8767DF9DB}" dt="2026-01-22T16:38:31.605" v="124"/>
        <pc:sldMkLst>
          <pc:docMk/>
          <pc:sldMk cId="3239753629" sldId="261"/>
        </pc:sldMkLst>
      </pc:sldChg>
      <pc:sldChg chg="add">
        <pc:chgData name="Koki Moriguchi" userId="d774f1e6ce8205b3" providerId="LiveId" clId="{92682447-84B7-4AF4-A12B-A7B8767DF9DB}" dt="2026-01-22T16:38:31.605" v="124"/>
        <pc:sldMkLst>
          <pc:docMk/>
          <pc:sldMk cId="304441521" sldId="262"/>
        </pc:sldMkLst>
      </pc:sldChg>
      <pc:sldChg chg="add">
        <pc:chgData name="Koki Moriguchi" userId="d774f1e6ce8205b3" providerId="LiveId" clId="{92682447-84B7-4AF4-A12B-A7B8767DF9DB}" dt="2026-01-22T16:38:31.605" v="124"/>
        <pc:sldMkLst>
          <pc:docMk/>
          <pc:sldMk cId="2515897341" sldId="263"/>
        </pc:sldMkLst>
      </pc:sldChg>
      <pc:sldChg chg="add">
        <pc:chgData name="Koki Moriguchi" userId="d774f1e6ce8205b3" providerId="LiveId" clId="{92682447-84B7-4AF4-A12B-A7B8767DF9DB}" dt="2026-01-22T16:38:31.605" v="124"/>
        <pc:sldMkLst>
          <pc:docMk/>
          <pc:sldMk cId="2680212298" sldId="264"/>
        </pc:sldMkLst>
      </pc:sldChg>
      <pc:sldChg chg="add del">
        <pc:chgData name="Koki Moriguchi" userId="d774f1e6ce8205b3" providerId="LiveId" clId="{92682447-84B7-4AF4-A12B-A7B8767DF9DB}" dt="2026-01-22T18:04:03.787" v="2377" actId="47"/>
        <pc:sldMkLst>
          <pc:docMk/>
          <pc:sldMk cId="1912437521" sldId="265"/>
        </pc:sldMkLst>
      </pc:sldChg>
      <pc:sldChg chg="add del">
        <pc:chgData name="Koki Moriguchi" userId="d774f1e6ce8205b3" providerId="LiveId" clId="{92682447-84B7-4AF4-A12B-A7B8767DF9DB}" dt="2026-01-22T18:04:06.976" v="2378" actId="47"/>
        <pc:sldMkLst>
          <pc:docMk/>
          <pc:sldMk cId="14122892" sldId="266"/>
        </pc:sldMkLst>
      </pc:sldChg>
      <pc:sldChg chg="new del">
        <pc:chgData name="Koki Moriguchi" userId="d774f1e6ce8205b3" providerId="LiveId" clId="{92682447-84B7-4AF4-A12B-A7B8767DF9DB}" dt="2026-01-22T16:44:00.185" v="302" actId="47"/>
        <pc:sldMkLst>
          <pc:docMk/>
          <pc:sldMk cId="2829365706" sldId="267"/>
        </pc:sldMkLst>
      </pc:sldChg>
      <pc:sldChg chg="addSp modSp new mod ord">
        <pc:chgData name="Koki Moriguchi" userId="d774f1e6ce8205b3" providerId="LiveId" clId="{92682447-84B7-4AF4-A12B-A7B8767DF9DB}" dt="2026-01-22T16:57:18.602" v="863" actId="20577"/>
        <pc:sldMkLst>
          <pc:docMk/>
          <pc:sldMk cId="3427150214" sldId="267"/>
        </pc:sldMkLst>
        <pc:spChg chg="mod">
          <ac:chgData name="Koki Moriguchi" userId="d774f1e6ce8205b3" providerId="LiveId" clId="{92682447-84B7-4AF4-A12B-A7B8767DF9DB}" dt="2026-01-22T16:51:55.590" v="358" actId="20577"/>
          <ac:spMkLst>
            <pc:docMk/>
            <pc:sldMk cId="3427150214" sldId="267"/>
            <ac:spMk id="2" creationId="{30F4789C-E4A5-E93F-F589-782B35B27C0B}"/>
          </ac:spMkLst>
        </pc:spChg>
        <pc:spChg chg="mod">
          <ac:chgData name="Koki Moriguchi" userId="d774f1e6ce8205b3" providerId="LiveId" clId="{92682447-84B7-4AF4-A12B-A7B8767DF9DB}" dt="2026-01-22T16:57:18.602" v="863" actId="20577"/>
          <ac:spMkLst>
            <pc:docMk/>
            <pc:sldMk cId="3427150214" sldId="267"/>
            <ac:spMk id="3" creationId="{AD0E2682-FE63-9B3E-1BB2-E344EA5443BC}"/>
          </ac:spMkLst>
        </pc:spChg>
        <pc:graphicFrameChg chg="add mod">
          <ac:chgData name="Koki Moriguchi" userId="d774f1e6ce8205b3" providerId="LiveId" clId="{92682447-84B7-4AF4-A12B-A7B8767DF9DB}" dt="2026-01-22T16:53:25.444" v="451"/>
          <ac:graphicFrameMkLst>
            <pc:docMk/>
            <pc:sldMk cId="3427150214" sldId="267"/>
            <ac:graphicFrameMk id="4" creationId="{72955A15-381B-0FA2-1261-470991F16772}"/>
          </ac:graphicFrameMkLst>
        </pc:graphicFrameChg>
      </pc:sldChg>
      <pc:sldChg chg="addSp delSp modSp new mod setBg">
        <pc:chgData name="Koki Moriguchi" userId="d774f1e6ce8205b3" providerId="LiveId" clId="{92682447-84B7-4AF4-A12B-A7B8767DF9DB}" dt="2026-01-22T17:07:34.516" v="1089" actId="20577"/>
        <pc:sldMkLst>
          <pc:docMk/>
          <pc:sldMk cId="1187324734" sldId="268"/>
        </pc:sldMkLst>
        <pc:spChg chg="mod">
          <ac:chgData name="Koki Moriguchi" userId="d774f1e6ce8205b3" providerId="LiveId" clId="{92682447-84B7-4AF4-A12B-A7B8767DF9DB}" dt="2026-01-22T17:07:15.824" v="1074" actId="26606"/>
          <ac:spMkLst>
            <pc:docMk/>
            <pc:sldMk cId="1187324734" sldId="268"/>
            <ac:spMk id="2" creationId="{0331C8B2-76F5-7748-9369-CA26D6B29946}"/>
          </ac:spMkLst>
        </pc:spChg>
        <pc:spChg chg="del">
          <ac:chgData name="Koki Moriguchi" userId="d774f1e6ce8205b3" providerId="LiveId" clId="{92682447-84B7-4AF4-A12B-A7B8767DF9DB}" dt="2026-01-22T17:04:14.887" v="1000"/>
          <ac:spMkLst>
            <pc:docMk/>
            <pc:sldMk cId="1187324734" sldId="268"/>
            <ac:spMk id="3" creationId="{E95F1E80-7D3F-36AF-7515-CE63E089C08F}"/>
          </ac:spMkLst>
        </pc:spChg>
        <pc:spChg chg="add del">
          <ac:chgData name="Koki Moriguchi" userId="d774f1e6ce8205b3" providerId="LiveId" clId="{92682447-84B7-4AF4-A12B-A7B8767DF9DB}" dt="2026-01-22T17:05:44.227" v="1049" actId="26606"/>
          <ac:spMkLst>
            <pc:docMk/>
            <pc:sldMk cId="1187324734" sldId="268"/>
            <ac:spMk id="9" creationId="{56E9B3E6-E277-4D68-BA48-9CB43FFBD6E2}"/>
          </ac:spMkLst>
        </pc:spChg>
        <pc:spChg chg="add del">
          <ac:chgData name="Koki Moriguchi" userId="d774f1e6ce8205b3" providerId="LiveId" clId="{92682447-84B7-4AF4-A12B-A7B8767DF9DB}" dt="2026-01-22T17:05:44.227" v="1049" actId="26606"/>
          <ac:spMkLst>
            <pc:docMk/>
            <pc:sldMk cId="1187324734" sldId="268"/>
            <ac:spMk id="16" creationId="{D5B0017B-2ECA-49AF-B397-DC140825DF8D}"/>
          </ac:spMkLst>
        </pc:spChg>
        <pc:spChg chg="add del">
          <ac:chgData name="Koki Moriguchi" userId="d774f1e6ce8205b3" providerId="LiveId" clId="{92682447-84B7-4AF4-A12B-A7B8767DF9DB}" dt="2026-01-22T17:07:15.824" v="1074" actId="26606"/>
          <ac:spMkLst>
            <pc:docMk/>
            <pc:sldMk cId="1187324734" sldId="268"/>
            <ac:spMk id="20" creationId="{53B021B3-DE93-4AB7-8A18-CF5F1CED88B8}"/>
          </ac:spMkLst>
        </pc:spChg>
        <pc:spChg chg="add del">
          <ac:chgData name="Koki Moriguchi" userId="d774f1e6ce8205b3" providerId="LiveId" clId="{92682447-84B7-4AF4-A12B-A7B8767DF9DB}" dt="2026-01-22T17:07:15.824" v="1074" actId="26606"/>
          <ac:spMkLst>
            <pc:docMk/>
            <pc:sldMk cId="1187324734" sldId="268"/>
            <ac:spMk id="21" creationId="{52D502E5-F6B4-4D58-B4AE-FC466FF15EE8}"/>
          </ac:spMkLst>
        </pc:spChg>
        <pc:spChg chg="add del">
          <ac:chgData name="Koki Moriguchi" userId="d774f1e6ce8205b3" providerId="LiveId" clId="{92682447-84B7-4AF4-A12B-A7B8767DF9DB}" dt="2026-01-22T17:07:15.824" v="1074" actId="26606"/>
          <ac:spMkLst>
            <pc:docMk/>
            <pc:sldMk cId="1187324734" sldId="268"/>
            <ac:spMk id="22" creationId="{9DECDBF4-02B6-4BB4-B65B-B8107AD6A9E8}"/>
          </ac:spMkLst>
        </pc:spChg>
        <pc:spChg chg="add">
          <ac:chgData name="Koki Moriguchi" userId="d774f1e6ce8205b3" providerId="LiveId" clId="{92682447-84B7-4AF4-A12B-A7B8767DF9DB}" dt="2026-01-22T17:07:15.824" v="1074" actId="26606"/>
          <ac:spMkLst>
            <pc:docMk/>
            <pc:sldMk cId="1187324734" sldId="268"/>
            <ac:spMk id="27" creationId="{5F637E18-EF26-4327-9077-7FFC67B98B96}"/>
          </ac:spMkLst>
        </pc:spChg>
        <pc:spChg chg="add">
          <ac:chgData name="Koki Moriguchi" userId="d774f1e6ce8205b3" providerId="LiveId" clId="{92682447-84B7-4AF4-A12B-A7B8767DF9DB}" dt="2026-01-22T17:07:15.824" v="1074" actId="26606"/>
          <ac:spMkLst>
            <pc:docMk/>
            <pc:sldMk cId="1187324734" sldId="268"/>
            <ac:spMk id="29" creationId="{3EED6667-6BE8-A2AB-422A-5A1D89727E35}"/>
          </ac:spMkLst>
        </pc:spChg>
        <pc:grpChg chg="add del">
          <ac:chgData name="Koki Moriguchi" userId="d774f1e6ce8205b3" providerId="LiveId" clId="{92682447-84B7-4AF4-A12B-A7B8767DF9DB}" dt="2026-01-22T17:05:44.227" v="1049" actId="26606"/>
          <ac:grpSpMkLst>
            <pc:docMk/>
            <pc:sldMk cId="1187324734" sldId="268"/>
            <ac:grpSpMk id="11" creationId="{AE1C45F0-260A-458C-96ED-C1F6D2151219}"/>
          </ac:grpSpMkLst>
        </pc:grpChg>
        <pc:graphicFrameChg chg="add mod modGraphic">
          <ac:chgData name="Koki Moriguchi" userId="d774f1e6ce8205b3" providerId="LiveId" clId="{92682447-84B7-4AF4-A12B-A7B8767DF9DB}" dt="2026-01-22T17:07:34.516" v="1089" actId="20577"/>
          <ac:graphicFrameMkLst>
            <pc:docMk/>
            <pc:sldMk cId="1187324734" sldId="268"/>
            <ac:graphicFrameMk id="4" creationId="{9B9CCC72-94D5-C309-CAAE-944C227A3EA8}"/>
          </ac:graphicFrameMkLst>
        </pc:graphicFrameChg>
        <pc:cxnChg chg="add del">
          <ac:chgData name="Koki Moriguchi" userId="d774f1e6ce8205b3" providerId="LiveId" clId="{92682447-84B7-4AF4-A12B-A7B8767DF9DB}" dt="2026-01-22T17:05:44.227" v="1049" actId="26606"/>
          <ac:cxnSpMkLst>
            <pc:docMk/>
            <pc:sldMk cId="1187324734" sldId="268"/>
            <ac:cxnSpMk id="18" creationId="{6CF1BAF6-AD41-4082-B212-8A1F9A2E8779}"/>
          </ac:cxnSpMkLst>
        </pc:cxnChg>
      </pc:sldChg>
      <pc:sldChg chg="new del">
        <pc:chgData name="Koki Moriguchi" userId="d774f1e6ce8205b3" providerId="LiveId" clId="{92682447-84B7-4AF4-A12B-A7B8767DF9DB}" dt="2026-01-22T16:44:00.676" v="303" actId="47"/>
        <pc:sldMkLst>
          <pc:docMk/>
          <pc:sldMk cId="2644390519" sldId="268"/>
        </pc:sldMkLst>
      </pc:sldChg>
      <pc:sldChg chg="new del">
        <pc:chgData name="Koki Moriguchi" userId="d774f1e6ce8205b3" providerId="LiveId" clId="{92682447-84B7-4AF4-A12B-A7B8767DF9DB}" dt="2026-01-22T16:44:00.974" v="304" actId="47"/>
        <pc:sldMkLst>
          <pc:docMk/>
          <pc:sldMk cId="711433779" sldId="269"/>
        </pc:sldMkLst>
      </pc:sldChg>
      <pc:sldChg chg="new del">
        <pc:chgData name="Koki Moriguchi" userId="d774f1e6ce8205b3" providerId="LiveId" clId="{92682447-84B7-4AF4-A12B-A7B8767DF9DB}" dt="2026-01-22T16:44:01.306" v="305" actId="47"/>
        <pc:sldMkLst>
          <pc:docMk/>
          <pc:sldMk cId="4156833052" sldId="270"/>
        </pc:sldMkLst>
      </pc:sldChg>
      <pc:sldChg chg="new del">
        <pc:chgData name="Koki Moriguchi" userId="d774f1e6ce8205b3" providerId="LiveId" clId="{92682447-84B7-4AF4-A12B-A7B8767DF9DB}" dt="2026-01-22T16:44:01.746" v="306" actId="47"/>
        <pc:sldMkLst>
          <pc:docMk/>
          <pc:sldMk cId="1687132658" sldId="271"/>
        </pc:sldMkLst>
      </pc:sldChg>
      <pc:sldChg chg="addSp delSp modSp new del mod setBg addAnim delAnim modAnim">
        <pc:chgData name="Koki Moriguchi" userId="d774f1e6ce8205b3" providerId="LiveId" clId="{92682447-84B7-4AF4-A12B-A7B8767DF9DB}" dt="2026-01-22T16:50:57.620" v="318" actId="47"/>
        <pc:sldMkLst>
          <pc:docMk/>
          <pc:sldMk cId="3841097077" sldId="272"/>
        </pc:sldMkLst>
        <pc:spChg chg="mod">
          <ac:chgData name="Koki Moriguchi" userId="d774f1e6ce8205b3" providerId="LiveId" clId="{92682447-84B7-4AF4-A12B-A7B8767DF9DB}" dt="2026-01-22T16:47:07.415" v="313" actId="26606"/>
          <ac:spMkLst>
            <pc:docMk/>
            <pc:sldMk cId="3841097077" sldId="272"/>
            <ac:spMk id="2" creationId="{1E2A097B-9B3C-512A-22AD-2731C14D8E46}"/>
          </ac:spMkLst>
        </pc:spChg>
        <pc:spChg chg="mod">
          <ac:chgData name="Koki Moriguchi" userId="d774f1e6ce8205b3" providerId="LiveId" clId="{92682447-84B7-4AF4-A12B-A7B8767DF9DB}" dt="2026-01-22T16:47:07.415" v="313" actId="26606"/>
          <ac:spMkLst>
            <pc:docMk/>
            <pc:sldMk cId="3841097077" sldId="272"/>
            <ac:spMk id="3" creationId="{7A2134BB-FAC5-B1CE-CEBA-755BBA8D6623}"/>
          </ac:spMkLst>
        </pc:spChg>
        <pc:spChg chg="add del">
          <ac:chgData name="Koki Moriguchi" userId="d774f1e6ce8205b3" providerId="LiveId" clId="{92682447-84B7-4AF4-A12B-A7B8767DF9DB}" dt="2026-01-22T16:44:18.096" v="307" actId="26606"/>
          <ac:spMkLst>
            <pc:docMk/>
            <pc:sldMk cId="3841097077" sldId="272"/>
            <ac:spMk id="8" creationId="{5E7AA7E8-8006-4E1F-A566-FCF37EE6F35D}"/>
          </ac:spMkLst>
        </pc:spChg>
        <pc:spChg chg="add del">
          <ac:chgData name="Koki Moriguchi" userId="d774f1e6ce8205b3" providerId="LiveId" clId="{92682447-84B7-4AF4-A12B-A7B8767DF9DB}" dt="2026-01-22T16:46:19.435" v="311" actId="26606"/>
          <ac:spMkLst>
            <pc:docMk/>
            <pc:sldMk cId="3841097077" sldId="272"/>
            <ac:spMk id="15" creationId="{F4155C20-3F0E-4576-8A0B-C345B62312DA}"/>
          </ac:spMkLst>
        </pc:spChg>
        <pc:spChg chg="add del">
          <ac:chgData name="Koki Moriguchi" userId="d774f1e6ce8205b3" providerId="LiveId" clId="{92682447-84B7-4AF4-A12B-A7B8767DF9DB}" dt="2026-01-22T16:46:19.435" v="311" actId="26606"/>
          <ac:spMkLst>
            <pc:docMk/>
            <pc:sldMk cId="3841097077" sldId="272"/>
            <ac:spMk id="19" creationId="{0BAEB82B-9A6B-4982-B56B-7529C6EA9A95}"/>
          </ac:spMkLst>
        </pc:spChg>
        <pc:spChg chg="add del">
          <ac:chgData name="Koki Moriguchi" userId="d774f1e6ce8205b3" providerId="LiveId" clId="{92682447-84B7-4AF4-A12B-A7B8767DF9DB}" dt="2026-01-22T16:46:19.435" v="311" actId="26606"/>
          <ac:spMkLst>
            <pc:docMk/>
            <pc:sldMk cId="3841097077" sldId="272"/>
            <ac:spMk id="21" creationId="{FC71CE45-EECF-4555-AD4B-1B3D0D5D1540}"/>
          </ac:spMkLst>
        </pc:spChg>
        <pc:spChg chg="add del">
          <ac:chgData name="Koki Moriguchi" userId="d774f1e6ce8205b3" providerId="LiveId" clId="{92682447-84B7-4AF4-A12B-A7B8767DF9DB}" dt="2026-01-22T16:46:19.435" v="311" actId="26606"/>
          <ac:spMkLst>
            <pc:docMk/>
            <pc:sldMk cId="3841097077" sldId="272"/>
            <ac:spMk id="23" creationId="{53AA89D1-0C70-46BB-8E35-5722A4B18A78}"/>
          </ac:spMkLst>
        </pc:spChg>
        <pc:spChg chg="add del">
          <ac:chgData name="Koki Moriguchi" userId="d774f1e6ce8205b3" providerId="LiveId" clId="{92682447-84B7-4AF4-A12B-A7B8767DF9DB}" dt="2026-01-22T16:46:19.415" v="310" actId="26606"/>
          <ac:spMkLst>
            <pc:docMk/>
            <pc:sldMk cId="3841097077" sldId="272"/>
            <ac:spMk id="28" creationId="{F4155C20-3F0E-4576-8A0B-C345B62312DA}"/>
          </ac:spMkLst>
        </pc:spChg>
        <pc:spChg chg="add del">
          <ac:chgData name="Koki Moriguchi" userId="d774f1e6ce8205b3" providerId="LiveId" clId="{92682447-84B7-4AF4-A12B-A7B8767DF9DB}" dt="2026-01-22T16:46:19.415" v="310" actId="26606"/>
          <ac:spMkLst>
            <pc:docMk/>
            <pc:sldMk cId="3841097077" sldId="272"/>
            <ac:spMk id="32" creationId="{0BAEB82B-9A6B-4982-B56B-7529C6EA9A95}"/>
          </ac:spMkLst>
        </pc:spChg>
        <pc:spChg chg="add del">
          <ac:chgData name="Koki Moriguchi" userId="d774f1e6ce8205b3" providerId="LiveId" clId="{92682447-84B7-4AF4-A12B-A7B8767DF9DB}" dt="2026-01-22T16:46:19.415" v="310" actId="26606"/>
          <ac:spMkLst>
            <pc:docMk/>
            <pc:sldMk cId="3841097077" sldId="272"/>
            <ac:spMk id="34" creationId="{FC71CE45-EECF-4555-AD4B-1B3D0D5D1540}"/>
          </ac:spMkLst>
        </pc:spChg>
        <pc:spChg chg="add del">
          <ac:chgData name="Koki Moriguchi" userId="d774f1e6ce8205b3" providerId="LiveId" clId="{92682447-84B7-4AF4-A12B-A7B8767DF9DB}" dt="2026-01-22T16:46:19.415" v="310" actId="26606"/>
          <ac:spMkLst>
            <pc:docMk/>
            <pc:sldMk cId="3841097077" sldId="272"/>
            <ac:spMk id="36" creationId="{53AA89D1-0C70-46BB-8E35-5722A4B18A78}"/>
          </ac:spMkLst>
        </pc:spChg>
        <pc:spChg chg="add del">
          <ac:chgData name="Koki Moriguchi" userId="d774f1e6ce8205b3" providerId="LiveId" clId="{92682447-84B7-4AF4-A12B-A7B8767DF9DB}" dt="2026-01-22T16:47:07.415" v="313" actId="26606"/>
          <ac:spMkLst>
            <pc:docMk/>
            <pc:sldMk cId="3841097077" sldId="272"/>
            <ac:spMk id="38" creationId="{5E7AA7E8-8006-4E1F-A566-FCF37EE6F35D}"/>
          </ac:spMkLst>
        </pc:spChg>
        <pc:spChg chg="add">
          <ac:chgData name="Koki Moriguchi" userId="d774f1e6ce8205b3" providerId="LiveId" clId="{92682447-84B7-4AF4-A12B-A7B8767DF9DB}" dt="2026-01-22T16:47:07.415" v="313" actId="26606"/>
          <ac:spMkLst>
            <pc:docMk/>
            <pc:sldMk cId="3841097077" sldId="272"/>
            <ac:spMk id="44" creationId="{F4155C20-3F0E-4576-8A0B-C345B62312DA}"/>
          </ac:spMkLst>
        </pc:spChg>
        <pc:spChg chg="add">
          <ac:chgData name="Koki Moriguchi" userId="d774f1e6ce8205b3" providerId="LiveId" clId="{92682447-84B7-4AF4-A12B-A7B8767DF9DB}" dt="2026-01-22T16:47:07.415" v="313" actId="26606"/>
          <ac:spMkLst>
            <pc:docMk/>
            <pc:sldMk cId="3841097077" sldId="272"/>
            <ac:spMk id="48" creationId="{0BAEB82B-9A6B-4982-B56B-7529C6EA9A95}"/>
          </ac:spMkLst>
        </pc:spChg>
        <pc:spChg chg="add">
          <ac:chgData name="Koki Moriguchi" userId="d774f1e6ce8205b3" providerId="LiveId" clId="{92682447-84B7-4AF4-A12B-A7B8767DF9DB}" dt="2026-01-22T16:47:07.415" v="313" actId="26606"/>
          <ac:spMkLst>
            <pc:docMk/>
            <pc:sldMk cId="3841097077" sldId="272"/>
            <ac:spMk id="50" creationId="{FC71CE45-EECF-4555-AD4B-1B3D0D5D1540}"/>
          </ac:spMkLst>
        </pc:spChg>
        <pc:spChg chg="add">
          <ac:chgData name="Koki Moriguchi" userId="d774f1e6ce8205b3" providerId="LiveId" clId="{92682447-84B7-4AF4-A12B-A7B8767DF9DB}" dt="2026-01-22T16:47:07.415" v="313" actId="26606"/>
          <ac:spMkLst>
            <pc:docMk/>
            <pc:sldMk cId="3841097077" sldId="272"/>
            <ac:spMk id="52" creationId="{53AA89D1-0C70-46BB-8E35-5722A4B18A78}"/>
          </ac:spMkLst>
        </pc:spChg>
        <pc:cxnChg chg="add del">
          <ac:chgData name="Koki Moriguchi" userId="d774f1e6ce8205b3" providerId="LiveId" clId="{92682447-84B7-4AF4-A12B-A7B8767DF9DB}" dt="2026-01-22T16:44:18.096" v="307" actId="26606"/>
          <ac:cxnSpMkLst>
            <pc:docMk/>
            <pc:sldMk cId="3841097077" sldId="272"/>
            <ac:cxnSpMk id="10" creationId="{56020367-4FD5-4596-8E10-C5F095CD8DBF}"/>
          </ac:cxnSpMkLst>
        </pc:cxnChg>
        <pc:cxnChg chg="add del">
          <ac:chgData name="Koki Moriguchi" userId="d774f1e6ce8205b3" providerId="LiveId" clId="{92682447-84B7-4AF4-A12B-A7B8767DF9DB}" dt="2026-01-22T16:46:19.435" v="311" actId="26606"/>
          <ac:cxnSpMkLst>
            <pc:docMk/>
            <pc:sldMk cId="3841097077" sldId="272"/>
            <ac:cxnSpMk id="17" creationId="{56020367-4FD5-4596-8E10-C5F095CD8DBF}"/>
          </ac:cxnSpMkLst>
        </pc:cxnChg>
        <pc:cxnChg chg="add del">
          <ac:chgData name="Koki Moriguchi" userId="d774f1e6ce8205b3" providerId="LiveId" clId="{92682447-84B7-4AF4-A12B-A7B8767DF9DB}" dt="2026-01-22T16:46:19.415" v="310" actId="26606"/>
          <ac:cxnSpMkLst>
            <pc:docMk/>
            <pc:sldMk cId="3841097077" sldId="272"/>
            <ac:cxnSpMk id="30" creationId="{56020367-4FD5-4596-8E10-C5F095CD8DBF}"/>
          </ac:cxnSpMkLst>
        </pc:cxnChg>
        <pc:cxnChg chg="add del">
          <ac:chgData name="Koki Moriguchi" userId="d774f1e6ce8205b3" providerId="LiveId" clId="{92682447-84B7-4AF4-A12B-A7B8767DF9DB}" dt="2026-01-22T16:47:07.415" v="313" actId="26606"/>
          <ac:cxnSpMkLst>
            <pc:docMk/>
            <pc:sldMk cId="3841097077" sldId="272"/>
            <ac:cxnSpMk id="39" creationId="{56020367-4FD5-4596-8E10-C5F095CD8DBF}"/>
          </ac:cxnSpMkLst>
        </pc:cxnChg>
        <pc:cxnChg chg="add">
          <ac:chgData name="Koki Moriguchi" userId="d774f1e6ce8205b3" providerId="LiveId" clId="{92682447-84B7-4AF4-A12B-A7B8767DF9DB}" dt="2026-01-22T16:47:07.415" v="313" actId="26606"/>
          <ac:cxnSpMkLst>
            <pc:docMk/>
            <pc:sldMk cId="3841097077" sldId="272"/>
            <ac:cxnSpMk id="46" creationId="{56020367-4FD5-4596-8E10-C5F095CD8DBF}"/>
          </ac:cxnSpMkLst>
        </pc:cxnChg>
      </pc:sldChg>
      <pc:sldChg chg="addSp delSp modSp add mod ord modTransition">
        <pc:chgData name="Koki Moriguchi" userId="d774f1e6ce8205b3" providerId="LiveId" clId="{92682447-84B7-4AF4-A12B-A7B8767DF9DB}" dt="2026-01-22T17:03:27.186" v="966" actId="20577"/>
        <pc:sldMkLst>
          <pc:docMk/>
          <pc:sldMk cId="1966807250" sldId="2563"/>
        </pc:sldMkLst>
        <pc:spChg chg="del mod">
          <ac:chgData name="Koki Moriguchi" userId="d774f1e6ce8205b3" providerId="LiveId" clId="{92682447-84B7-4AF4-A12B-A7B8767DF9DB}" dt="2026-01-22T17:02:33.344" v="949" actId="478"/>
          <ac:spMkLst>
            <pc:docMk/>
            <pc:sldMk cId="1966807250" sldId="2563"/>
            <ac:spMk id="2" creationId="{8430E1EE-DC20-4A49-EDAB-7C2C92F61844}"/>
          </ac:spMkLst>
        </pc:spChg>
        <pc:spChg chg="add del mod">
          <ac:chgData name="Koki Moriguchi" userId="d774f1e6ce8205b3" providerId="LiveId" clId="{92682447-84B7-4AF4-A12B-A7B8767DF9DB}" dt="2026-01-22T17:01:01.389" v="930" actId="478"/>
          <ac:spMkLst>
            <pc:docMk/>
            <pc:sldMk cId="1966807250" sldId="2563"/>
            <ac:spMk id="3" creationId="{A5004F53-AE9F-D422-E034-F81A8997111C}"/>
          </ac:spMkLst>
        </pc:spChg>
        <pc:spChg chg="add mod">
          <ac:chgData name="Koki Moriguchi" userId="d774f1e6ce8205b3" providerId="LiveId" clId="{92682447-84B7-4AF4-A12B-A7B8767DF9DB}" dt="2026-01-22T17:03:27.186" v="966" actId="20577"/>
          <ac:spMkLst>
            <pc:docMk/>
            <pc:sldMk cId="1966807250" sldId="2563"/>
            <ac:spMk id="4" creationId="{0B8F5BF4-986B-32BA-B497-2D745FD9E361}"/>
          </ac:spMkLst>
        </pc:spChg>
        <pc:spChg chg="add del mod">
          <ac:chgData name="Koki Moriguchi" userId="d774f1e6ce8205b3" providerId="LiveId" clId="{92682447-84B7-4AF4-A12B-A7B8767DF9DB}" dt="2026-01-22T17:03:06.713" v="951" actId="478"/>
          <ac:spMkLst>
            <pc:docMk/>
            <pc:sldMk cId="1966807250" sldId="2563"/>
            <ac:spMk id="7" creationId="{66D918B2-CD3D-C8E3-1545-BE95F94E3B2A}"/>
          </ac:spMkLst>
        </pc:spChg>
      </pc:sldChg>
      <pc:sldChg chg="addSp delSp modSp new mod">
        <pc:chgData name="Koki Moriguchi" userId="d774f1e6ce8205b3" providerId="LiveId" clId="{92682447-84B7-4AF4-A12B-A7B8767DF9DB}" dt="2026-01-22T18:24:13.854" v="2776" actId="20577"/>
        <pc:sldMkLst>
          <pc:docMk/>
          <pc:sldMk cId="1291119589" sldId="2564"/>
        </pc:sldMkLst>
        <pc:spChg chg="mod">
          <ac:chgData name="Koki Moriguchi" userId="d774f1e6ce8205b3" providerId="LiveId" clId="{92682447-84B7-4AF4-A12B-A7B8767DF9DB}" dt="2026-01-22T17:13:23.634" v="1109" actId="20577"/>
          <ac:spMkLst>
            <pc:docMk/>
            <pc:sldMk cId="1291119589" sldId="2564"/>
            <ac:spMk id="2" creationId="{A27A3B96-46B6-81AA-A269-EAD2FF55FD3B}"/>
          </ac:spMkLst>
        </pc:spChg>
        <pc:spChg chg="del mod">
          <ac:chgData name="Koki Moriguchi" userId="d774f1e6ce8205b3" providerId="LiveId" clId="{92682447-84B7-4AF4-A12B-A7B8767DF9DB}" dt="2026-01-22T17:13:46.918" v="1113" actId="478"/>
          <ac:spMkLst>
            <pc:docMk/>
            <pc:sldMk cId="1291119589" sldId="2564"/>
            <ac:spMk id="3" creationId="{3F25DF0C-2CA1-E001-E27F-B389A4454044}"/>
          </ac:spMkLst>
        </pc:spChg>
        <pc:spChg chg="add del mod">
          <ac:chgData name="Koki Moriguchi" userId="d774f1e6ce8205b3" providerId="LiveId" clId="{92682447-84B7-4AF4-A12B-A7B8767DF9DB}" dt="2026-01-22T17:13:46.921" v="1115"/>
          <ac:spMkLst>
            <pc:docMk/>
            <pc:sldMk cId="1291119589" sldId="2564"/>
            <ac:spMk id="4" creationId="{3D19F136-3E98-8DBA-ACCC-68DB0FE064FF}"/>
          </ac:spMkLst>
        </pc:spChg>
        <pc:spChg chg="add del mod">
          <ac:chgData name="Koki Moriguchi" userId="d774f1e6ce8205b3" providerId="LiveId" clId="{92682447-84B7-4AF4-A12B-A7B8767DF9DB}" dt="2026-01-22T17:15:24.826" v="1178" actId="478"/>
          <ac:spMkLst>
            <pc:docMk/>
            <pc:sldMk cId="1291119589" sldId="2564"/>
            <ac:spMk id="5" creationId="{8C3E5909-84D1-55D3-C656-48FEB2A32FD2}"/>
          </ac:spMkLst>
        </pc:spChg>
        <pc:spChg chg="add del mod">
          <ac:chgData name="Koki Moriguchi" userId="d774f1e6ce8205b3" providerId="LiveId" clId="{92682447-84B7-4AF4-A12B-A7B8767DF9DB}" dt="2026-01-22T17:15:22.587" v="1177" actId="478"/>
          <ac:spMkLst>
            <pc:docMk/>
            <pc:sldMk cId="1291119589" sldId="2564"/>
            <ac:spMk id="6" creationId="{B5DCC7FC-1B1C-CA81-E52A-58018CAD9ECB}"/>
          </ac:spMkLst>
        </pc:spChg>
        <pc:spChg chg="add del mod">
          <ac:chgData name="Koki Moriguchi" userId="d774f1e6ce8205b3" providerId="LiveId" clId="{92682447-84B7-4AF4-A12B-A7B8767DF9DB}" dt="2026-01-22T17:15:11.189" v="1173" actId="478"/>
          <ac:spMkLst>
            <pc:docMk/>
            <pc:sldMk cId="1291119589" sldId="2564"/>
            <ac:spMk id="7" creationId="{9AECFA1F-F611-9B0B-EF09-6C6047852CC5}"/>
          </ac:spMkLst>
        </pc:spChg>
        <pc:spChg chg="add del mod">
          <ac:chgData name="Koki Moriguchi" userId="d774f1e6ce8205b3" providerId="LiveId" clId="{92682447-84B7-4AF4-A12B-A7B8767DF9DB}" dt="2026-01-22T17:15:19.602" v="1176" actId="478"/>
          <ac:spMkLst>
            <pc:docMk/>
            <pc:sldMk cId="1291119589" sldId="2564"/>
            <ac:spMk id="8" creationId="{5F9382D4-27AA-96D3-338C-B13534AF14B8}"/>
          </ac:spMkLst>
        </pc:spChg>
        <pc:spChg chg="add del mod">
          <ac:chgData name="Koki Moriguchi" userId="d774f1e6ce8205b3" providerId="LiveId" clId="{92682447-84B7-4AF4-A12B-A7B8767DF9DB}" dt="2026-01-22T17:15:26.531" v="1179" actId="478"/>
          <ac:spMkLst>
            <pc:docMk/>
            <pc:sldMk cId="1291119589" sldId="2564"/>
            <ac:spMk id="9" creationId="{CFBF2FD9-A1DA-6B03-CBD7-4114D4AEB194}"/>
          </ac:spMkLst>
        </pc:spChg>
        <pc:graphicFrameChg chg="add mod">
          <ac:chgData name="Koki Moriguchi" userId="d774f1e6ce8205b3" providerId="LiveId" clId="{92682447-84B7-4AF4-A12B-A7B8767DF9DB}" dt="2026-01-22T17:14:57.309" v="1170"/>
          <ac:graphicFrameMkLst>
            <pc:docMk/>
            <pc:sldMk cId="1291119589" sldId="2564"/>
            <ac:graphicFrameMk id="10" creationId="{845FED7F-2BC9-E8D9-ADC4-F53B29AA29C9}"/>
          </ac:graphicFrameMkLst>
        </pc:graphicFrameChg>
        <pc:graphicFrameChg chg="add mod modGraphic">
          <ac:chgData name="Koki Moriguchi" userId="d774f1e6ce8205b3" providerId="LiveId" clId="{92682447-84B7-4AF4-A12B-A7B8767DF9DB}" dt="2026-01-22T18:24:13.854" v="2776" actId="20577"/>
          <ac:graphicFrameMkLst>
            <pc:docMk/>
            <pc:sldMk cId="1291119589" sldId="2564"/>
            <ac:graphicFrameMk id="11" creationId="{845FED7F-2BC9-E8D9-ADC4-F53B29AA29C9}"/>
          </ac:graphicFrameMkLst>
        </pc:graphicFrameChg>
      </pc:sldChg>
      <pc:sldChg chg="modSp add del mod">
        <pc:chgData name="Koki Moriguchi" userId="d774f1e6ce8205b3" providerId="LiveId" clId="{92682447-84B7-4AF4-A12B-A7B8767DF9DB}" dt="2026-01-22T17:13:17.357" v="1094" actId="47"/>
        <pc:sldMkLst>
          <pc:docMk/>
          <pc:sldMk cId="2696294109" sldId="2565"/>
        </pc:sldMkLst>
        <pc:spChg chg="mod">
          <ac:chgData name="Koki Moriguchi" userId="d774f1e6ce8205b3" providerId="LiveId" clId="{92682447-84B7-4AF4-A12B-A7B8767DF9DB}" dt="2026-01-22T17:12:58.164" v="1093" actId="120"/>
          <ac:spMkLst>
            <pc:docMk/>
            <pc:sldMk cId="2696294109" sldId="2565"/>
            <ac:spMk id="2" creationId="{C940BAD2-3B92-CC51-2EB1-7FC760807AB3}"/>
          </ac:spMkLst>
        </pc:spChg>
      </pc:sldChg>
      <pc:sldChg chg="modSp new mod">
        <pc:chgData name="Koki Moriguchi" userId="d774f1e6ce8205b3" providerId="LiveId" clId="{92682447-84B7-4AF4-A12B-A7B8767DF9DB}" dt="2026-01-22T17:21:01.388" v="1578" actId="20577"/>
        <pc:sldMkLst>
          <pc:docMk/>
          <pc:sldMk cId="2796317011" sldId="2565"/>
        </pc:sldMkLst>
        <pc:spChg chg="mod">
          <ac:chgData name="Koki Moriguchi" userId="d774f1e6ce8205b3" providerId="LiveId" clId="{92682447-84B7-4AF4-A12B-A7B8767DF9DB}" dt="2026-01-22T17:17:52.430" v="1206" actId="20577"/>
          <ac:spMkLst>
            <pc:docMk/>
            <pc:sldMk cId="2796317011" sldId="2565"/>
            <ac:spMk id="2" creationId="{BD8E8C27-2F23-0A39-9954-EDEF51A397D3}"/>
          </ac:spMkLst>
        </pc:spChg>
        <pc:spChg chg="mod">
          <ac:chgData name="Koki Moriguchi" userId="d774f1e6ce8205b3" providerId="LiveId" clId="{92682447-84B7-4AF4-A12B-A7B8767DF9DB}" dt="2026-01-22T17:21:01.388" v="1578" actId="20577"/>
          <ac:spMkLst>
            <pc:docMk/>
            <pc:sldMk cId="2796317011" sldId="2565"/>
            <ac:spMk id="3" creationId="{3F120CF3-4D63-B900-CBF5-2676D9718765}"/>
          </ac:spMkLst>
        </pc:spChg>
      </pc:sldChg>
      <pc:sldChg chg="addSp modSp new mod">
        <pc:chgData name="Koki Moriguchi" userId="d774f1e6ce8205b3" providerId="LiveId" clId="{92682447-84B7-4AF4-A12B-A7B8767DF9DB}" dt="2026-01-22T17:24:56.785" v="1957" actId="20577"/>
        <pc:sldMkLst>
          <pc:docMk/>
          <pc:sldMk cId="1522151774" sldId="2566"/>
        </pc:sldMkLst>
        <pc:spChg chg="mod">
          <ac:chgData name="Koki Moriguchi" userId="d774f1e6ce8205b3" providerId="LiveId" clId="{92682447-84B7-4AF4-A12B-A7B8767DF9DB}" dt="2026-01-22T17:21:40.218" v="1655" actId="20577"/>
          <ac:spMkLst>
            <pc:docMk/>
            <pc:sldMk cId="1522151774" sldId="2566"/>
            <ac:spMk id="2" creationId="{9DAC9AA1-9054-3EF2-11E1-A76DD5C76AB2}"/>
          </ac:spMkLst>
        </pc:spChg>
        <pc:spChg chg="mod">
          <ac:chgData name="Koki Moriguchi" userId="d774f1e6ce8205b3" providerId="LiveId" clId="{92682447-84B7-4AF4-A12B-A7B8767DF9DB}" dt="2026-01-22T17:23:36.979" v="1833" actId="14100"/>
          <ac:spMkLst>
            <pc:docMk/>
            <pc:sldMk cId="1522151774" sldId="2566"/>
            <ac:spMk id="3" creationId="{474C406C-242C-57A5-0EFF-868B404E396F}"/>
          </ac:spMkLst>
        </pc:spChg>
        <pc:spChg chg="add mod">
          <ac:chgData name="Koki Moriguchi" userId="d774f1e6ce8205b3" providerId="LiveId" clId="{92682447-84B7-4AF4-A12B-A7B8767DF9DB}" dt="2026-01-22T17:24:56.785" v="1957" actId="20577"/>
          <ac:spMkLst>
            <pc:docMk/>
            <pc:sldMk cId="1522151774" sldId="2566"/>
            <ac:spMk id="4" creationId="{333E5925-104E-7755-183A-526B44D0A467}"/>
          </ac:spMkLst>
        </pc:spChg>
      </pc:sldChg>
      <pc:sldChg chg="new del">
        <pc:chgData name="Koki Moriguchi" userId="d774f1e6ce8205b3" providerId="LiveId" clId="{92682447-84B7-4AF4-A12B-A7B8767DF9DB}" dt="2026-01-22T18:04:08.138" v="2380" actId="47"/>
        <pc:sldMkLst>
          <pc:docMk/>
          <pc:sldMk cId="2052265960" sldId="2567"/>
        </pc:sldMkLst>
      </pc:sldChg>
      <pc:sldChg chg="new del">
        <pc:chgData name="Koki Moriguchi" userId="d774f1e6ce8205b3" providerId="LiveId" clId="{92682447-84B7-4AF4-A12B-A7B8767DF9DB}" dt="2026-01-22T18:04:07.336" v="2379" actId="47"/>
        <pc:sldMkLst>
          <pc:docMk/>
          <pc:sldMk cId="2854914734" sldId="2568"/>
        </pc:sldMkLst>
      </pc:sldChg>
      <pc:sldChg chg="addSp delSp modSp add mod">
        <pc:chgData name="Koki Moriguchi" userId="d774f1e6ce8205b3" providerId="LiveId" clId="{92682447-84B7-4AF4-A12B-A7B8767DF9DB}" dt="2026-01-22T17:59:42.288" v="2254" actId="478"/>
        <pc:sldMkLst>
          <pc:docMk/>
          <pc:sldMk cId="86576976" sldId="2569"/>
        </pc:sldMkLst>
        <pc:spChg chg="mod">
          <ac:chgData name="Koki Moriguchi" userId="d774f1e6ce8205b3" providerId="LiveId" clId="{92682447-84B7-4AF4-A12B-A7B8767DF9DB}" dt="2026-01-22T17:49:53.684" v="1991" actId="20577"/>
          <ac:spMkLst>
            <pc:docMk/>
            <pc:sldMk cId="86576976" sldId="2569"/>
            <ac:spMk id="2" creationId="{8EEFFC09-3D53-2C9C-837B-72E6493573AC}"/>
          </ac:spMkLst>
        </pc:spChg>
        <pc:spChg chg="mod">
          <ac:chgData name="Koki Moriguchi" userId="d774f1e6ce8205b3" providerId="LiveId" clId="{92682447-84B7-4AF4-A12B-A7B8767DF9DB}" dt="2026-01-22T17:58:07.186" v="2234" actId="1076"/>
          <ac:spMkLst>
            <pc:docMk/>
            <pc:sldMk cId="86576976" sldId="2569"/>
            <ac:spMk id="3" creationId="{8F5CF1F7-62D5-C1A2-6609-C0EE6A66D305}"/>
          </ac:spMkLst>
        </pc:spChg>
        <pc:spChg chg="add mod">
          <ac:chgData name="Koki Moriguchi" userId="d774f1e6ce8205b3" providerId="LiveId" clId="{92682447-84B7-4AF4-A12B-A7B8767DF9DB}" dt="2026-01-22T17:58:32.472" v="2240" actId="1076"/>
          <ac:spMkLst>
            <pc:docMk/>
            <pc:sldMk cId="86576976" sldId="2569"/>
            <ac:spMk id="4" creationId="{80F1D568-4B26-3696-1057-CB2093F50998}"/>
          </ac:spMkLst>
        </pc:spChg>
        <pc:spChg chg="add mod">
          <ac:chgData name="Koki Moriguchi" userId="d774f1e6ce8205b3" providerId="LiveId" clId="{92682447-84B7-4AF4-A12B-A7B8767DF9DB}" dt="2026-01-22T17:58:51.636" v="2243" actId="14100"/>
          <ac:spMkLst>
            <pc:docMk/>
            <pc:sldMk cId="86576976" sldId="2569"/>
            <ac:spMk id="5" creationId="{5BB90681-733D-2F70-B4B6-A65F17B73EDB}"/>
          </ac:spMkLst>
        </pc:spChg>
        <pc:spChg chg="add mod">
          <ac:chgData name="Koki Moriguchi" userId="d774f1e6ce8205b3" providerId="LiveId" clId="{92682447-84B7-4AF4-A12B-A7B8767DF9DB}" dt="2026-01-22T17:58:55.371" v="2244" actId="14100"/>
          <ac:spMkLst>
            <pc:docMk/>
            <pc:sldMk cId="86576976" sldId="2569"/>
            <ac:spMk id="6" creationId="{6E0FE6E5-6A75-B95C-052F-9DD973C53266}"/>
          </ac:spMkLst>
        </pc:spChg>
        <pc:cxnChg chg="add mod">
          <ac:chgData name="Koki Moriguchi" userId="d774f1e6ce8205b3" providerId="LiveId" clId="{92682447-84B7-4AF4-A12B-A7B8767DF9DB}" dt="2026-01-22T17:59:20.209" v="2246" actId="14100"/>
          <ac:cxnSpMkLst>
            <pc:docMk/>
            <pc:sldMk cId="86576976" sldId="2569"/>
            <ac:cxnSpMk id="8" creationId="{BB3506A6-D725-E01A-F714-2EC8E9639D44}"/>
          </ac:cxnSpMkLst>
        </pc:cxnChg>
        <pc:cxnChg chg="add del mod">
          <ac:chgData name="Koki Moriguchi" userId="d774f1e6ce8205b3" providerId="LiveId" clId="{92682447-84B7-4AF4-A12B-A7B8767DF9DB}" dt="2026-01-22T17:59:42.288" v="2254" actId="478"/>
          <ac:cxnSpMkLst>
            <pc:docMk/>
            <pc:sldMk cId="86576976" sldId="2569"/>
            <ac:cxnSpMk id="10" creationId="{38D28079-FAF6-B340-C3BA-30A691368148}"/>
          </ac:cxnSpMkLst>
        </pc:cxnChg>
        <pc:cxnChg chg="add mod">
          <ac:chgData name="Koki Moriguchi" userId="d774f1e6ce8205b3" providerId="LiveId" clId="{92682447-84B7-4AF4-A12B-A7B8767DF9DB}" dt="2026-01-22T17:59:40.232" v="2253" actId="14100"/>
          <ac:cxnSpMkLst>
            <pc:docMk/>
            <pc:sldMk cId="86576976" sldId="2569"/>
            <ac:cxnSpMk id="11" creationId="{8CD055E9-DEAA-71AB-7098-F3E9C3B00616}"/>
          </ac:cxnSpMkLst>
        </pc:cxnChg>
        <pc:cxnChg chg="add mod">
          <ac:chgData name="Koki Moriguchi" userId="d774f1e6ce8205b3" providerId="LiveId" clId="{92682447-84B7-4AF4-A12B-A7B8767DF9DB}" dt="2026-01-22T17:59:30.049" v="2250" actId="1076"/>
          <ac:cxnSpMkLst>
            <pc:docMk/>
            <pc:sldMk cId="86576976" sldId="2569"/>
            <ac:cxnSpMk id="12" creationId="{A7B68E87-B688-2A15-E7DB-1A31A410C322}"/>
          </ac:cxnSpMkLst>
        </pc:cxnChg>
      </pc:sldChg>
      <pc:sldChg chg="addSp delSp modSp new mod">
        <pc:chgData name="Koki Moriguchi" userId="d774f1e6ce8205b3" providerId="LiveId" clId="{92682447-84B7-4AF4-A12B-A7B8767DF9DB}" dt="2026-01-22T18:00:50.881" v="2302" actId="1076"/>
        <pc:sldMkLst>
          <pc:docMk/>
          <pc:sldMk cId="92192941" sldId="2570"/>
        </pc:sldMkLst>
        <pc:spChg chg="mod">
          <ac:chgData name="Koki Moriguchi" userId="d774f1e6ce8205b3" providerId="LiveId" clId="{92682447-84B7-4AF4-A12B-A7B8767DF9DB}" dt="2026-01-22T18:00:30.762" v="2299" actId="20577"/>
          <ac:spMkLst>
            <pc:docMk/>
            <pc:sldMk cId="92192941" sldId="2570"/>
            <ac:spMk id="2" creationId="{DB0409D9-5025-3DD2-DE83-84E9828E2E01}"/>
          </ac:spMkLst>
        </pc:spChg>
        <pc:spChg chg="del">
          <ac:chgData name="Koki Moriguchi" userId="d774f1e6ce8205b3" providerId="LiveId" clId="{92682447-84B7-4AF4-A12B-A7B8767DF9DB}" dt="2026-01-22T18:00:38.268" v="2300"/>
          <ac:spMkLst>
            <pc:docMk/>
            <pc:sldMk cId="92192941" sldId="2570"/>
            <ac:spMk id="3" creationId="{2D52F6B5-A438-DAD3-B9FE-33DFB6272058}"/>
          </ac:spMkLst>
        </pc:spChg>
        <pc:spChg chg="add mod">
          <ac:chgData name="Koki Moriguchi" userId="d774f1e6ce8205b3" providerId="LiveId" clId="{92682447-84B7-4AF4-A12B-A7B8767DF9DB}" dt="2026-01-22T18:00:50.881" v="2302" actId="1076"/>
          <ac:spMkLst>
            <pc:docMk/>
            <pc:sldMk cId="92192941" sldId="2570"/>
            <ac:spMk id="5" creationId="{11F3A386-14FC-6B62-2D80-6B386D99B6B6}"/>
          </ac:spMkLst>
        </pc:spChg>
        <pc:graphicFrameChg chg="add mod">
          <ac:chgData name="Koki Moriguchi" userId="d774f1e6ce8205b3" providerId="LiveId" clId="{92682447-84B7-4AF4-A12B-A7B8767DF9DB}" dt="2026-01-22T18:00:50.881" v="2302" actId="1076"/>
          <ac:graphicFrameMkLst>
            <pc:docMk/>
            <pc:sldMk cId="92192941" sldId="2570"/>
            <ac:graphicFrameMk id="4" creationId="{E4B486E5-259A-9418-2F43-65E4DACA908C}"/>
          </ac:graphicFrameMkLst>
        </pc:graphicFrameChg>
      </pc:sldChg>
      <pc:sldChg chg="addSp delSp modSp new mod">
        <pc:chgData name="Koki Moriguchi" userId="d774f1e6ce8205b3" providerId="LiveId" clId="{92682447-84B7-4AF4-A12B-A7B8767DF9DB}" dt="2026-01-22T18:01:37.554" v="2376" actId="1076"/>
        <pc:sldMkLst>
          <pc:docMk/>
          <pc:sldMk cId="1861827033" sldId="2571"/>
        </pc:sldMkLst>
        <pc:spChg chg="mod">
          <ac:chgData name="Koki Moriguchi" userId="d774f1e6ce8205b3" providerId="LiveId" clId="{92682447-84B7-4AF4-A12B-A7B8767DF9DB}" dt="2026-01-22T18:01:20.740" v="2373" actId="20577"/>
          <ac:spMkLst>
            <pc:docMk/>
            <pc:sldMk cId="1861827033" sldId="2571"/>
            <ac:spMk id="2" creationId="{A062759E-D617-ABCF-DFED-BAF8B749DE40}"/>
          </ac:spMkLst>
        </pc:spChg>
        <pc:spChg chg="del">
          <ac:chgData name="Koki Moriguchi" userId="d774f1e6ce8205b3" providerId="LiveId" clId="{92682447-84B7-4AF4-A12B-A7B8767DF9DB}" dt="2026-01-22T18:01:26.289" v="2374"/>
          <ac:spMkLst>
            <pc:docMk/>
            <pc:sldMk cId="1861827033" sldId="2571"/>
            <ac:spMk id="3" creationId="{9F234698-06D8-1645-7446-3C7D41E54324}"/>
          </ac:spMkLst>
        </pc:spChg>
        <pc:spChg chg="add mod">
          <ac:chgData name="Koki Moriguchi" userId="d774f1e6ce8205b3" providerId="LiveId" clId="{92682447-84B7-4AF4-A12B-A7B8767DF9DB}" dt="2026-01-22T18:01:29.220" v="2375" actId="1076"/>
          <ac:spMkLst>
            <pc:docMk/>
            <pc:sldMk cId="1861827033" sldId="2571"/>
            <ac:spMk id="5" creationId="{1B5741D1-98BA-E4F6-6CC4-0EAC178AA362}"/>
          </ac:spMkLst>
        </pc:spChg>
        <pc:graphicFrameChg chg="add mod">
          <ac:chgData name="Koki Moriguchi" userId="d774f1e6ce8205b3" providerId="LiveId" clId="{92682447-84B7-4AF4-A12B-A7B8767DF9DB}" dt="2026-01-22T18:01:37.554" v="2376" actId="1076"/>
          <ac:graphicFrameMkLst>
            <pc:docMk/>
            <pc:sldMk cId="1861827033" sldId="2571"/>
            <ac:graphicFrameMk id="4" creationId="{5E80DEE6-492A-29A6-3C73-EBBF356D00F3}"/>
          </ac:graphicFrameMkLst>
        </pc:graphicFrameChg>
      </pc:sldChg>
      <pc:sldChg chg="addSp delSp modSp new mod setBg">
        <pc:chgData name="Koki Moriguchi" userId="d774f1e6ce8205b3" providerId="LiveId" clId="{92682447-84B7-4AF4-A12B-A7B8767DF9DB}" dt="2026-01-22T18:18:18.683" v="2458" actId="1076"/>
        <pc:sldMkLst>
          <pc:docMk/>
          <pc:sldMk cId="1244601087" sldId="2572"/>
        </pc:sldMkLst>
        <pc:spChg chg="mod">
          <ac:chgData name="Koki Moriguchi" userId="d774f1e6ce8205b3" providerId="LiveId" clId="{92682447-84B7-4AF4-A12B-A7B8767DF9DB}" dt="2026-01-22T18:17:05.393" v="2393" actId="26606"/>
          <ac:spMkLst>
            <pc:docMk/>
            <pc:sldMk cId="1244601087" sldId="2572"/>
            <ac:spMk id="2" creationId="{C3425112-8293-E6A7-67C7-F68819BA8627}"/>
          </ac:spMkLst>
        </pc:spChg>
        <pc:spChg chg="del mod">
          <ac:chgData name="Koki Moriguchi" userId="d774f1e6ce8205b3" providerId="LiveId" clId="{92682447-84B7-4AF4-A12B-A7B8767DF9DB}" dt="2026-01-22T18:16:39.472" v="2390"/>
          <ac:spMkLst>
            <pc:docMk/>
            <pc:sldMk cId="1244601087" sldId="2572"/>
            <ac:spMk id="3" creationId="{6EEB42B6-322B-E9B0-A8B6-D07DF79FA58A}"/>
          </ac:spMkLst>
        </pc:spChg>
        <pc:spChg chg="add mod">
          <ac:chgData name="Koki Moriguchi" userId="d774f1e6ce8205b3" providerId="LiveId" clId="{92682447-84B7-4AF4-A12B-A7B8767DF9DB}" dt="2026-01-22T18:17:05.393" v="2393" actId="26606"/>
          <ac:spMkLst>
            <pc:docMk/>
            <pc:sldMk cId="1244601087" sldId="2572"/>
            <ac:spMk id="5" creationId="{9F012504-A513-3EE0-3CA8-9CDB23F40898}"/>
          </ac:spMkLst>
        </pc:spChg>
        <pc:spChg chg="add mod">
          <ac:chgData name="Koki Moriguchi" userId="d774f1e6ce8205b3" providerId="LiveId" clId="{92682447-84B7-4AF4-A12B-A7B8767DF9DB}" dt="2026-01-22T18:18:18.683" v="2458" actId="1076"/>
          <ac:spMkLst>
            <pc:docMk/>
            <pc:sldMk cId="1244601087" sldId="2572"/>
            <ac:spMk id="6" creationId="{8D918978-8E35-C18B-E8DE-0C25BF6EFE77}"/>
          </ac:spMkLst>
        </pc:spChg>
        <pc:spChg chg="add del">
          <ac:chgData name="Koki Moriguchi" userId="d774f1e6ce8205b3" providerId="LiveId" clId="{92682447-84B7-4AF4-A12B-A7B8767DF9DB}" dt="2026-01-22T18:17:05.316" v="2392" actId="26606"/>
          <ac:spMkLst>
            <pc:docMk/>
            <pc:sldMk cId="1244601087" sldId="2572"/>
            <ac:spMk id="10" creationId="{BACC6370-2D7E-4714-9D71-7542949D7D5D}"/>
          </ac:spMkLst>
        </pc:spChg>
        <pc:spChg chg="add del">
          <ac:chgData name="Koki Moriguchi" userId="d774f1e6ce8205b3" providerId="LiveId" clId="{92682447-84B7-4AF4-A12B-A7B8767DF9DB}" dt="2026-01-22T18:17:05.316" v="2392" actId="26606"/>
          <ac:spMkLst>
            <pc:docMk/>
            <pc:sldMk cId="1244601087" sldId="2572"/>
            <ac:spMk id="12" creationId="{F68B3F68-107C-434F-AA38-110D5EA91B85}"/>
          </ac:spMkLst>
        </pc:spChg>
        <pc:spChg chg="add del">
          <ac:chgData name="Koki Moriguchi" userId="d774f1e6ce8205b3" providerId="LiveId" clId="{92682447-84B7-4AF4-A12B-A7B8767DF9DB}" dt="2026-01-22T18:17:05.316" v="2392" actId="26606"/>
          <ac:spMkLst>
            <pc:docMk/>
            <pc:sldMk cId="1244601087" sldId="2572"/>
            <ac:spMk id="14" creationId="{AAD0DBB9-1A4B-4391-81D4-CB19F9AB918A}"/>
          </ac:spMkLst>
        </pc:spChg>
        <pc:spChg chg="add del">
          <ac:chgData name="Koki Moriguchi" userId="d774f1e6ce8205b3" providerId="LiveId" clId="{92682447-84B7-4AF4-A12B-A7B8767DF9DB}" dt="2026-01-22T18:17:05.316" v="2392" actId="26606"/>
          <ac:spMkLst>
            <pc:docMk/>
            <pc:sldMk cId="1244601087" sldId="2572"/>
            <ac:spMk id="16" creationId="{063BBA22-50EA-4C4D-BE05-F1CE4E63AA56}"/>
          </ac:spMkLst>
        </pc:spChg>
        <pc:spChg chg="add">
          <ac:chgData name="Koki Moriguchi" userId="d774f1e6ce8205b3" providerId="LiveId" clId="{92682447-84B7-4AF4-A12B-A7B8767DF9DB}" dt="2026-01-22T18:17:05.393" v="2393" actId="26606"/>
          <ac:spMkLst>
            <pc:docMk/>
            <pc:sldMk cId="1244601087" sldId="2572"/>
            <ac:spMk id="18" creationId="{BCED4D40-4B67-4331-AC48-79B82B4A47D8}"/>
          </ac:spMkLst>
        </pc:spChg>
        <pc:spChg chg="add">
          <ac:chgData name="Koki Moriguchi" userId="d774f1e6ce8205b3" providerId="LiveId" clId="{92682447-84B7-4AF4-A12B-A7B8767DF9DB}" dt="2026-01-22T18:17:05.393" v="2393" actId="26606"/>
          <ac:spMkLst>
            <pc:docMk/>
            <pc:sldMk cId="1244601087" sldId="2572"/>
            <ac:spMk id="19" creationId="{670CEDEF-4F34-412E-84EE-329C1E936AF5}"/>
          </ac:spMkLst>
        </pc:spChg>
        <pc:graphicFrameChg chg="add mod modGraphic">
          <ac:chgData name="Koki Moriguchi" userId="d774f1e6ce8205b3" providerId="LiveId" clId="{92682447-84B7-4AF4-A12B-A7B8767DF9DB}" dt="2026-01-22T18:17:05.393" v="2393" actId="26606"/>
          <ac:graphicFrameMkLst>
            <pc:docMk/>
            <pc:sldMk cId="1244601087" sldId="2572"/>
            <ac:graphicFrameMk id="4" creationId="{DB1AF262-D237-6A3B-D429-9CF0019771B4}"/>
          </ac:graphicFrameMkLst>
        </pc:graphicFrameChg>
      </pc:sldChg>
      <pc:sldChg chg="new del">
        <pc:chgData name="Koki Moriguchi" userId="d774f1e6ce8205b3" providerId="LiveId" clId="{92682447-84B7-4AF4-A12B-A7B8767DF9DB}" dt="2026-01-22T18:27:10.136" v="2806" actId="47"/>
        <pc:sldMkLst>
          <pc:docMk/>
          <pc:sldMk cId="1599627397" sldId="2573"/>
        </pc:sldMkLst>
      </pc:sldChg>
      <pc:sldMasterChg chg="modSp delSldLayout modSldLayout">
        <pc:chgData name="Koki Moriguchi" userId="d774f1e6ce8205b3" providerId="LiveId" clId="{92682447-84B7-4AF4-A12B-A7B8767DF9DB}" dt="2026-01-22T17:13:17.357" v="1094" actId="47"/>
        <pc:sldMasterMkLst>
          <pc:docMk/>
          <pc:sldMasterMk cId="1491477092" sldId="2147483648"/>
        </pc:sldMasterMkLst>
        <pc:sldLayoutChg chg="modSp">
          <pc:chgData name="Koki Moriguchi" userId="d774f1e6ce8205b3" providerId="LiveId" clId="{92682447-84B7-4AF4-A12B-A7B8767DF9DB}" dt="2026-01-22T16:47:59.051" v="316" actId="735"/>
          <pc:sldLayoutMkLst>
            <pc:docMk/>
            <pc:sldMasterMk cId="1491477092" sldId="2147483648"/>
            <pc:sldLayoutMk cId="1427070466" sldId="2147483649"/>
          </pc:sldLayoutMkLst>
        </pc:sldLayoutChg>
        <pc:sldLayoutChg chg="modSp">
          <pc:chgData name="Koki Moriguchi" userId="d774f1e6ce8205b3" providerId="LiveId" clId="{92682447-84B7-4AF4-A12B-A7B8767DF9DB}" dt="2026-01-22T16:47:31.676" v="315" actId="735"/>
          <pc:sldLayoutMkLst>
            <pc:docMk/>
            <pc:sldMasterMk cId="1491477092" sldId="2147483648"/>
            <pc:sldLayoutMk cId="466247442" sldId="2147483650"/>
          </pc:sldLayoutMkLst>
        </pc:sldLayoutChg>
        <pc:sldLayoutChg chg="del">
          <pc:chgData name="Koki Moriguchi" userId="d774f1e6ce8205b3" providerId="LiveId" clId="{92682447-84B7-4AF4-A12B-A7B8767DF9DB}" dt="2026-01-22T17:13:17.357" v="1094" actId="47"/>
          <pc:sldLayoutMkLst>
            <pc:docMk/>
            <pc:sldMasterMk cId="1491477092" sldId="2147483648"/>
            <pc:sldLayoutMk cId="2039805407" sldId="2147483661"/>
          </pc:sldLayoutMkLst>
        </pc:sldLayoutChg>
      </pc:sldMasterChg>
    </pc:docChg>
  </pc:docChgLst>
  <pc:docChgLst>
    <pc:chgData name="純也 海野" userId="6266536469849b39" providerId="LiveId" clId="{A9F84B97-0028-4BCD-AC07-9A3550811B9A}"/>
    <pc:docChg chg="custSel modSld">
      <pc:chgData name="純也 海野" userId="6266536469849b39" providerId="LiveId" clId="{A9F84B97-0028-4BCD-AC07-9A3550811B9A}" dt="2026-01-16T01:59:59.347" v="28" actId="27636"/>
      <pc:docMkLst>
        <pc:docMk/>
      </pc:docMkLst>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50FA01D-46C4-4360-BAF2-F9BFC539A018}"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074D809D-DF72-4762-A114-96A7CF463847}">
      <dgm:prSet/>
      <dgm:spPr/>
      <dgm:t>
        <a:bodyPr/>
        <a:lstStyle/>
        <a:p>
          <a:pPr>
            <a:lnSpc>
              <a:spcPct val="100000"/>
            </a:lnSpc>
            <a:defRPr b="1"/>
          </a:pPr>
          <a:r>
            <a:rPr lang="en-US" baseline="0"/>
            <a:t>講義中の重要ポイント</a:t>
          </a:r>
          <a:endParaRPr lang="en-US"/>
        </a:p>
      </dgm:t>
    </dgm:pt>
    <dgm:pt modelId="{560E824E-A897-4292-ABAC-CFE3C3B4BF14}" type="parTrans" cxnId="{756B8313-1C7B-4383-A355-82FD5E49E05B}">
      <dgm:prSet/>
      <dgm:spPr/>
      <dgm:t>
        <a:bodyPr/>
        <a:lstStyle/>
        <a:p>
          <a:endParaRPr lang="en-US"/>
        </a:p>
      </dgm:t>
    </dgm:pt>
    <dgm:pt modelId="{A8533BD6-98B7-4F8A-8E37-E48D8457F8F1}" type="sibTrans" cxnId="{756B8313-1C7B-4383-A355-82FD5E49E05B}">
      <dgm:prSet/>
      <dgm:spPr/>
      <dgm:t>
        <a:bodyPr/>
        <a:lstStyle/>
        <a:p>
          <a:pPr>
            <a:lnSpc>
              <a:spcPct val="100000"/>
            </a:lnSpc>
            <a:defRPr b="1"/>
          </a:pPr>
          <a:endParaRPr lang="en-US"/>
        </a:p>
      </dgm:t>
    </dgm:pt>
    <dgm:pt modelId="{FC5BBE14-B493-4721-9856-AFB96D5522D4}">
      <dgm:prSet/>
      <dgm:spPr/>
      <dgm:t>
        <a:bodyPr/>
        <a:lstStyle/>
        <a:p>
          <a:pPr>
            <a:lnSpc>
              <a:spcPct val="100000"/>
            </a:lnSpc>
          </a:pPr>
          <a:r>
            <a:rPr lang="en-US" baseline="0" dirty="0" err="1"/>
            <a:t>講義中に重要なポイントを見つけ</a:t>
          </a:r>
          <a:r>
            <a:rPr lang="en-US" baseline="0" dirty="0"/>
            <a:t>、</a:t>
          </a:r>
          <a:r>
            <a:rPr lang="ja-JP" altLang="en-US" baseline="0" dirty="0"/>
            <a:t>スマホを開く。</a:t>
          </a:r>
          <a:endParaRPr lang="en-US" dirty="0"/>
        </a:p>
      </dgm:t>
    </dgm:pt>
    <dgm:pt modelId="{DDB67644-B215-46D4-9528-4A1682D93283}" type="parTrans" cxnId="{0FA6BCAC-30B5-423E-A42D-8FFB51407A6A}">
      <dgm:prSet/>
      <dgm:spPr/>
      <dgm:t>
        <a:bodyPr/>
        <a:lstStyle/>
        <a:p>
          <a:endParaRPr lang="en-US"/>
        </a:p>
      </dgm:t>
    </dgm:pt>
    <dgm:pt modelId="{920BA6ED-6823-48E9-B992-0C2DEDC4D8FE}" type="sibTrans" cxnId="{0FA6BCAC-30B5-423E-A42D-8FFB51407A6A}">
      <dgm:prSet/>
      <dgm:spPr/>
      <dgm:t>
        <a:bodyPr/>
        <a:lstStyle/>
        <a:p>
          <a:endParaRPr lang="en-US"/>
        </a:p>
      </dgm:t>
    </dgm:pt>
    <dgm:pt modelId="{F9EE6B3E-17FB-400F-83F0-5A1926BDF2EE}">
      <dgm:prSet/>
      <dgm:spPr/>
      <dgm:t>
        <a:bodyPr/>
        <a:lstStyle/>
        <a:p>
          <a:pPr>
            <a:lnSpc>
              <a:spcPct val="100000"/>
            </a:lnSpc>
            <a:defRPr b="1"/>
          </a:pPr>
          <a:r>
            <a:rPr lang="en-US" baseline="0"/>
            <a:t>ログイン不要の即時アクセス</a:t>
          </a:r>
          <a:endParaRPr lang="en-US"/>
        </a:p>
      </dgm:t>
    </dgm:pt>
    <dgm:pt modelId="{F8FED285-AF67-4379-A42D-9275775D3BB0}" type="parTrans" cxnId="{0FD44291-D802-456B-BFCA-D9D1E357565F}">
      <dgm:prSet/>
      <dgm:spPr/>
      <dgm:t>
        <a:bodyPr/>
        <a:lstStyle/>
        <a:p>
          <a:endParaRPr lang="en-US"/>
        </a:p>
      </dgm:t>
    </dgm:pt>
    <dgm:pt modelId="{88C76860-B70C-4E0F-95D0-5B0B3FC9A24C}" type="sibTrans" cxnId="{0FD44291-D802-456B-BFCA-D9D1E357565F}">
      <dgm:prSet/>
      <dgm:spPr/>
      <dgm:t>
        <a:bodyPr/>
        <a:lstStyle/>
        <a:p>
          <a:pPr>
            <a:lnSpc>
              <a:spcPct val="100000"/>
            </a:lnSpc>
            <a:defRPr b="1"/>
          </a:pPr>
          <a:endParaRPr lang="en-US"/>
        </a:p>
      </dgm:t>
    </dgm:pt>
    <dgm:pt modelId="{0F8BAC2F-49C3-4408-A6D0-AD01546D4056}">
      <dgm:prSet/>
      <dgm:spPr/>
      <dgm:t>
        <a:bodyPr/>
        <a:lstStyle/>
        <a:p>
          <a:pPr>
            <a:lnSpc>
              <a:spcPct val="100000"/>
            </a:lnSpc>
          </a:pPr>
          <a:r>
            <a:rPr lang="en-US" baseline="0" dirty="0" err="1"/>
            <a:t>スマホでログイン不要</a:t>
          </a:r>
          <a:r>
            <a:rPr lang="ja-JP" altLang="en-US" baseline="0" dirty="0"/>
            <a:t>で</a:t>
          </a:r>
          <a:r>
            <a:rPr lang="en-US" baseline="0" dirty="0" err="1"/>
            <a:t>すぐメモ画面が表示される</a:t>
          </a:r>
          <a:r>
            <a:rPr lang="en-US" baseline="0" dirty="0"/>
            <a:t>。</a:t>
          </a:r>
          <a:endParaRPr lang="en-US" dirty="0"/>
        </a:p>
      </dgm:t>
    </dgm:pt>
    <dgm:pt modelId="{EC1FCA04-C856-46F8-A8E9-407BEEC4F7C0}" type="parTrans" cxnId="{9FEAAFF2-B944-4E03-99E1-0EA1A6FA1440}">
      <dgm:prSet/>
      <dgm:spPr/>
      <dgm:t>
        <a:bodyPr/>
        <a:lstStyle/>
        <a:p>
          <a:endParaRPr lang="en-US"/>
        </a:p>
      </dgm:t>
    </dgm:pt>
    <dgm:pt modelId="{47A0B93F-B332-4E59-97DA-498A3AF75CEC}" type="sibTrans" cxnId="{9FEAAFF2-B944-4E03-99E1-0EA1A6FA1440}">
      <dgm:prSet/>
      <dgm:spPr/>
      <dgm:t>
        <a:bodyPr/>
        <a:lstStyle/>
        <a:p>
          <a:endParaRPr lang="en-US"/>
        </a:p>
      </dgm:t>
    </dgm:pt>
    <dgm:pt modelId="{A7C754F9-F164-42E7-A281-C494539EB34E}">
      <dgm:prSet/>
      <dgm:spPr/>
      <dgm:t>
        <a:bodyPr/>
        <a:lstStyle/>
        <a:p>
          <a:pPr>
            <a:lnSpc>
              <a:spcPct val="100000"/>
            </a:lnSpc>
            <a:defRPr b="1"/>
          </a:pPr>
          <a:r>
            <a:rPr lang="en-US" baseline="0"/>
            <a:t>高速メモ登録</a:t>
          </a:r>
          <a:endParaRPr lang="en-US"/>
        </a:p>
      </dgm:t>
    </dgm:pt>
    <dgm:pt modelId="{2A101E1D-63E5-48B1-935C-6E4C29D2D344}" type="parTrans" cxnId="{9182F6CE-B260-405E-8C46-14EF1615A30D}">
      <dgm:prSet/>
      <dgm:spPr/>
      <dgm:t>
        <a:bodyPr/>
        <a:lstStyle/>
        <a:p>
          <a:endParaRPr lang="en-US"/>
        </a:p>
      </dgm:t>
    </dgm:pt>
    <dgm:pt modelId="{56BD9330-81CF-43F3-B205-9E10F2CB9E7D}" type="sibTrans" cxnId="{9182F6CE-B260-405E-8C46-14EF1615A30D}">
      <dgm:prSet/>
      <dgm:spPr/>
      <dgm:t>
        <a:bodyPr/>
        <a:lstStyle/>
        <a:p>
          <a:pPr>
            <a:lnSpc>
              <a:spcPct val="100000"/>
            </a:lnSpc>
            <a:defRPr b="1"/>
          </a:pPr>
          <a:endParaRPr lang="en-US"/>
        </a:p>
      </dgm:t>
    </dgm:pt>
    <dgm:pt modelId="{9263C2E8-AAC7-4EBF-9B53-69670DF9DCDA}">
      <dgm:prSet/>
      <dgm:spPr/>
      <dgm:t>
        <a:bodyPr/>
        <a:lstStyle/>
        <a:p>
          <a:pPr>
            <a:lnSpc>
              <a:spcPct val="100000"/>
            </a:lnSpc>
          </a:pPr>
          <a:r>
            <a:rPr lang="en-US" baseline="0" dirty="0" err="1"/>
            <a:t>タイトルと内容を入力し、保存ボタンで高速にメモを登録する</a:t>
          </a:r>
          <a:r>
            <a:rPr lang="ja-JP" altLang="en-US" baseline="0" dirty="0"/>
            <a:t>。</a:t>
          </a:r>
          <a:endParaRPr lang="en-US" dirty="0"/>
        </a:p>
      </dgm:t>
    </dgm:pt>
    <dgm:pt modelId="{6B1CE4D4-728A-4003-AF40-2ABADCFFBC2B}" type="parTrans" cxnId="{13DDB3F7-4105-4E25-9E0A-55563B716476}">
      <dgm:prSet/>
      <dgm:spPr/>
      <dgm:t>
        <a:bodyPr/>
        <a:lstStyle/>
        <a:p>
          <a:endParaRPr lang="en-US"/>
        </a:p>
      </dgm:t>
    </dgm:pt>
    <dgm:pt modelId="{D41D469B-673C-46B8-A3E9-536053A995C1}" type="sibTrans" cxnId="{13DDB3F7-4105-4E25-9E0A-55563B716476}">
      <dgm:prSet/>
      <dgm:spPr/>
      <dgm:t>
        <a:bodyPr/>
        <a:lstStyle/>
        <a:p>
          <a:endParaRPr lang="en-US"/>
        </a:p>
      </dgm:t>
    </dgm:pt>
    <dgm:pt modelId="{A5FCFAE6-3B2E-4652-B564-F02537A85041}">
      <dgm:prSet/>
      <dgm:spPr/>
      <dgm:t>
        <a:bodyPr/>
        <a:lstStyle/>
        <a:p>
          <a:pPr>
            <a:lnSpc>
              <a:spcPct val="100000"/>
            </a:lnSpc>
            <a:defRPr b="1"/>
          </a:pPr>
          <a:r>
            <a:rPr lang="en-US" baseline="0" dirty="0" err="1"/>
            <a:t>端末間同期と閲覧</a:t>
          </a:r>
          <a:r>
            <a:rPr lang="ja-JP" altLang="en-US" baseline="0" dirty="0"/>
            <a:t>、削除</a:t>
          </a:r>
          <a:endParaRPr lang="en-US" dirty="0"/>
        </a:p>
      </dgm:t>
    </dgm:pt>
    <dgm:pt modelId="{8546F653-74EE-4A3E-8265-983F96616336}" type="parTrans" cxnId="{C0864961-8749-47CD-9A06-A47C94538F52}">
      <dgm:prSet/>
      <dgm:spPr/>
      <dgm:t>
        <a:bodyPr/>
        <a:lstStyle/>
        <a:p>
          <a:endParaRPr lang="en-US"/>
        </a:p>
      </dgm:t>
    </dgm:pt>
    <dgm:pt modelId="{1F328E0E-AFCF-479E-B080-DEB2B17DA627}" type="sibTrans" cxnId="{C0864961-8749-47CD-9A06-A47C94538F52}">
      <dgm:prSet/>
      <dgm:spPr/>
      <dgm:t>
        <a:bodyPr/>
        <a:lstStyle/>
        <a:p>
          <a:pPr>
            <a:lnSpc>
              <a:spcPct val="100000"/>
            </a:lnSpc>
            <a:defRPr b="1"/>
          </a:pPr>
          <a:endParaRPr lang="en-US"/>
        </a:p>
      </dgm:t>
    </dgm:pt>
    <dgm:pt modelId="{3AC35B18-DF34-4702-85A5-5F6143D0499D}">
      <dgm:prSet/>
      <dgm:spPr/>
      <dgm:t>
        <a:bodyPr/>
        <a:lstStyle/>
        <a:p>
          <a:pPr>
            <a:lnSpc>
              <a:spcPct val="100000"/>
            </a:lnSpc>
          </a:pPr>
          <a:r>
            <a:rPr lang="en-US" baseline="0" dirty="0" err="1"/>
            <a:t>PCブラウザで同じメモを閲覧でき、データ同期</a:t>
          </a:r>
          <a:r>
            <a:rPr lang="ja-JP" altLang="en-US" baseline="0" dirty="0"/>
            <a:t>、一覧から削除できる。</a:t>
          </a:r>
          <a:endParaRPr lang="en-US" dirty="0"/>
        </a:p>
      </dgm:t>
    </dgm:pt>
    <dgm:pt modelId="{CB93B0A0-19CB-4289-B6AE-EC48DCAA9515}" type="parTrans" cxnId="{70204095-ABEA-4606-A51E-A1B138564F8E}">
      <dgm:prSet/>
      <dgm:spPr/>
      <dgm:t>
        <a:bodyPr/>
        <a:lstStyle/>
        <a:p>
          <a:endParaRPr lang="en-US"/>
        </a:p>
      </dgm:t>
    </dgm:pt>
    <dgm:pt modelId="{2B9F003A-EF5F-4B28-8E64-10A7E8F0275B}" type="sibTrans" cxnId="{70204095-ABEA-4606-A51E-A1B138564F8E}">
      <dgm:prSet/>
      <dgm:spPr/>
      <dgm:t>
        <a:bodyPr/>
        <a:lstStyle/>
        <a:p>
          <a:endParaRPr lang="en-US"/>
        </a:p>
      </dgm:t>
    </dgm:pt>
    <dgm:pt modelId="{F29D8B18-9640-4E7E-90E6-4BFAF0205F1D}">
      <dgm:prSet/>
      <dgm:spPr/>
      <dgm:t>
        <a:bodyPr/>
        <a:lstStyle/>
        <a:p>
          <a:pPr>
            <a:lnSpc>
              <a:spcPct val="100000"/>
            </a:lnSpc>
            <a:defRPr b="1"/>
          </a:pPr>
          <a:r>
            <a:rPr lang="ja-JP" altLang="en-US" dirty="0"/>
            <a:t>効率的な勉強</a:t>
          </a:r>
          <a:endParaRPr lang="en-US" dirty="0"/>
        </a:p>
      </dgm:t>
    </dgm:pt>
    <dgm:pt modelId="{EC631B6F-29A0-4DEF-98F7-BB6207629C2C}" type="parTrans" cxnId="{13FD9C71-A4B6-4DCA-B9DA-46F8127BE898}">
      <dgm:prSet/>
      <dgm:spPr/>
      <dgm:t>
        <a:bodyPr/>
        <a:lstStyle/>
        <a:p>
          <a:endParaRPr lang="en-US"/>
        </a:p>
      </dgm:t>
    </dgm:pt>
    <dgm:pt modelId="{37D31BCD-2D30-4CCD-97FB-D4BB1F7EB33A}" type="sibTrans" cxnId="{13FD9C71-A4B6-4DCA-B9DA-46F8127BE898}">
      <dgm:prSet/>
      <dgm:spPr/>
      <dgm:t>
        <a:bodyPr/>
        <a:lstStyle/>
        <a:p>
          <a:endParaRPr lang="en-US"/>
        </a:p>
      </dgm:t>
    </dgm:pt>
    <dgm:pt modelId="{719FC497-696F-4739-BA3E-D63B98D383E5}">
      <dgm:prSet/>
      <dgm:spPr/>
      <dgm:t>
        <a:bodyPr/>
        <a:lstStyle/>
        <a:p>
          <a:pPr>
            <a:lnSpc>
              <a:spcPct val="100000"/>
            </a:lnSpc>
          </a:pPr>
          <a:r>
            <a:rPr lang="ja-JP" altLang="en-US" dirty="0"/>
            <a:t>重要なポイントを逃さないことで、勉強の質が上がる。</a:t>
          </a:r>
          <a:endParaRPr lang="en-US" dirty="0"/>
        </a:p>
      </dgm:t>
    </dgm:pt>
    <dgm:pt modelId="{89985B85-17C1-45B2-A417-512E318B243F}" type="parTrans" cxnId="{2E382428-DFBA-4118-B807-E0D10E0F0EC4}">
      <dgm:prSet/>
      <dgm:spPr/>
      <dgm:t>
        <a:bodyPr/>
        <a:lstStyle/>
        <a:p>
          <a:endParaRPr lang="en-US"/>
        </a:p>
      </dgm:t>
    </dgm:pt>
    <dgm:pt modelId="{1E2B6446-5991-4FF8-BA1C-56EF4F441A4E}" type="sibTrans" cxnId="{2E382428-DFBA-4118-B807-E0D10E0F0EC4}">
      <dgm:prSet/>
      <dgm:spPr/>
      <dgm:t>
        <a:bodyPr/>
        <a:lstStyle/>
        <a:p>
          <a:endParaRPr lang="en-US"/>
        </a:p>
      </dgm:t>
    </dgm:pt>
    <dgm:pt modelId="{1A5871AA-A9F6-4DE8-8309-020AC1DF49FA}" type="pres">
      <dgm:prSet presAssocID="{950FA01D-46C4-4360-BAF2-F9BFC539A018}" presName="Name0" presStyleCnt="0">
        <dgm:presLayoutVars>
          <dgm:dir/>
          <dgm:resizeHandles val="exact"/>
        </dgm:presLayoutVars>
      </dgm:prSet>
      <dgm:spPr/>
    </dgm:pt>
    <dgm:pt modelId="{81118BAE-7B71-4422-B7EB-287AC7752F6E}" type="pres">
      <dgm:prSet presAssocID="{074D809D-DF72-4762-A114-96A7CF463847}" presName="compNode" presStyleCnt="0"/>
      <dgm:spPr/>
    </dgm:pt>
    <dgm:pt modelId="{099B4167-A288-4B3F-A742-F163DF892F7B}" type="pres">
      <dgm:prSet presAssocID="{074D809D-DF72-4762-A114-96A7CF463847}" presName="pictRect" presStyleLbl="revTx" presStyleIdx="0" presStyleCnt="10">
        <dgm:presLayoutVars>
          <dgm:chMax val="0"/>
          <dgm:bulletEnabled/>
        </dgm:presLayoutVars>
      </dgm:prSet>
      <dgm:spPr/>
    </dgm:pt>
    <dgm:pt modelId="{D5035F20-4C1E-4FC4-8417-DB5D26FD9CAA}" type="pres">
      <dgm:prSet presAssocID="{074D809D-DF72-4762-A114-96A7CF463847}" presName="textRect" presStyleLbl="revTx" presStyleIdx="1" presStyleCnt="10">
        <dgm:presLayoutVars>
          <dgm:bulletEnabled/>
        </dgm:presLayoutVars>
      </dgm:prSet>
      <dgm:spPr/>
    </dgm:pt>
    <dgm:pt modelId="{B49A9CB3-F6F9-45A4-B9C2-038F8585AA0E}" type="pres">
      <dgm:prSet presAssocID="{A8533BD6-98B7-4F8A-8E37-E48D8457F8F1}" presName="sibTrans" presStyleLbl="sibTrans2D1" presStyleIdx="0" presStyleCnt="0"/>
      <dgm:spPr/>
    </dgm:pt>
    <dgm:pt modelId="{63DA250D-3995-4E85-9A55-F40698F0CA46}" type="pres">
      <dgm:prSet presAssocID="{F9EE6B3E-17FB-400F-83F0-5A1926BDF2EE}" presName="compNode" presStyleCnt="0"/>
      <dgm:spPr/>
    </dgm:pt>
    <dgm:pt modelId="{3A25C45A-94C1-48F3-9F59-9D1DB4FCD072}" type="pres">
      <dgm:prSet presAssocID="{F9EE6B3E-17FB-400F-83F0-5A1926BDF2EE}" presName="pictRect" presStyleLbl="revTx" presStyleIdx="2" presStyleCnt="10">
        <dgm:presLayoutVars>
          <dgm:chMax val="0"/>
          <dgm:bulletEnabled/>
        </dgm:presLayoutVars>
      </dgm:prSet>
      <dgm:spPr/>
    </dgm:pt>
    <dgm:pt modelId="{2791F366-E67D-4B78-B978-87AB514E3A93}" type="pres">
      <dgm:prSet presAssocID="{F9EE6B3E-17FB-400F-83F0-5A1926BDF2EE}" presName="textRect" presStyleLbl="revTx" presStyleIdx="3" presStyleCnt="10">
        <dgm:presLayoutVars>
          <dgm:bulletEnabled/>
        </dgm:presLayoutVars>
      </dgm:prSet>
      <dgm:spPr/>
    </dgm:pt>
    <dgm:pt modelId="{785A92E3-BB1C-49A2-9DB4-7DD41B9C12BD}" type="pres">
      <dgm:prSet presAssocID="{88C76860-B70C-4E0F-95D0-5B0B3FC9A24C}" presName="sibTrans" presStyleLbl="sibTrans2D1" presStyleIdx="0" presStyleCnt="0"/>
      <dgm:spPr/>
    </dgm:pt>
    <dgm:pt modelId="{865305CC-D011-4BDC-B214-B5493FABAEC0}" type="pres">
      <dgm:prSet presAssocID="{A7C754F9-F164-42E7-A281-C494539EB34E}" presName="compNode" presStyleCnt="0"/>
      <dgm:spPr/>
    </dgm:pt>
    <dgm:pt modelId="{3EDE601F-3EA7-45D1-BA16-3DE89BC12286}" type="pres">
      <dgm:prSet presAssocID="{A7C754F9-F164-42E7-A281-C494539EB34E}" presName="pictRect" presStyleLbl="revTx" presStyleIdx="4" presStyleCnt="10">
        <dgm:presLayoutVars>
          <dgm:chMax val="0"/>
          <dgm:bulletEnabled/>
        </dgm:presLayoutVars>
      </dgm:prSet>
      <dgm:spPr/>
    </dgm:pt>
    <dgm:pt modelId="{3E1FA993-5EBC-4679-9CB7-EDC489844190}" type="pres">
      <dgm:prSet presAssocID="{A7C754F9-F164-42E7-A281-C494539EB34E}" presName="textRect" presStyleLbl="revTx" presStyleIdx="5" presStyleCnt="10">
        <dgm:presLayoutVars>
          <dgm:bulletEnabled/>
        </dgm:presLayoutVars>
      </dgm:prSet>
      <dgm:spPr/>
    </dgm:pt>
    <dgm:pt modelId="{2C774EF6-4836-40B1-9FFA-54F2FF2E48A1}" type="pres">
      <dgm:prSet presAssocID="{56BD9330-81CF-43F3-B205-9E10F2CB9E7D}" presName="sibTrans" presStyleLbl="sibTrans2D1" presStyleIdx="0" presStyleCnt="0"/>
      <dgm:spPr/>
    </dgm:pt>
    <dgm:pt modelId="{AD717BB9-1361-42A5-8292-9603429099BA}" type="pres">
      <dgm:prSet presAssocID="{A5FCFAE6-3B2E-4652-B564-F02537A85041}" presName="compNode" presStyleCnt="0"/>
      <dgm:spPr/>
    </dgm:pt>
    <dgm:pt modelId="{A82DFF48-0A00-428E-9261-6B3D866B35CE}" type="pres">
      <dgm:prSet presAssocID="{A5FCFAE6-3B2E-4652-B564-F02537A85041}" presName="pictRect" presStyleLbl="revTx" presStyleIdx="6" presStyleCnt="10">
        <dgm:presLayoutVars>
          <dgm:chMax val="0"/>
          <dgm:bulletEnabled/>
        </dgm:presLayoutVars>
      </dgm:prSet>
      <dgm:spPr/>
    </dgm:pt>
    <dgm:pt modelId="{61B8F8AB-DA7E-4B52-833D-A11F78F50242}" type="pres">
      <dgm:prSet presAssocID="{A5FCFAE6-3B2E-4652-B564-F02537A85041}" presName="textRect" presStyleLbl="revTx" presStyleIdx="7" presStyleCnt="10">
        <dgm:presLayoutVars>
          <dgm:bulletEnabled/>
        </dgm:presLayoutVars>
      </dgm:prSet>
      <dgm:spPr/>
    </dgm:pt>
    <dgm:pt modelId="{7EB85D11-C48D-4482-A132-117A4F509DB6}" type="pres">
      <dgm:prSet presAssocID="{1F328E0E-AFCF-479E-B080-DEB2B17DA627}" presName="sibTrans" presStyleLbl="sibTrans2D1" presStyleIdx="0" presStyleCnt="0"/>
      <dgm:spPr/>
    </dgm:pt>
    <dgm:pt modelId="{67971BFB-50F3-475E-818C-41B1E91432D1}" type="pres">
      <dgm:prSet presAssocID="{F29D8B18-9640-4E7E-90E6-4BFAF0205F1D}" presName="compNode" presStyleCnt="0"/>
      <dgm:spPr/>
    </dgm:pt>
    <dgm:pt modelId="{5A67C463-DDE2-4D53-81EC-7F25D097A5F2}" type="pres">
      <dgm:prSet presAssocID="{F29D8B18-9640-4E7E-90E6-4BFAF0205F1D}" presName="pictRect" presStyleLbl="revTx" presStyleIdx="8" presStyleCnt="10">
        <dgm:presLayoutVars>
          <dgm:chMax val="0"/>
          <dgm:bulletEnabled/>
        </dgm:presLayoutVars>
      </dgm:prSet>
      <dgm:spPr/>
    </dgm:pt>
    <dgm:pt modelId="{92759D6B-829C-4587-B42E-3D066AFCDE29}" type="pres">
      <dgm:prSet presAssocID="{F29D8B18-9640-4E7E-90E6-4BFAF0205F1D}" presName="textRect" presStyleLbl="revTx" presStyleIdx="9" presStyleCnt="10">
        <dgm:presLayoutVars>
          <dgm:bulletEnabled/>
        </dgm:presLayoutVars>
      </dgm:prSet>
      <dgm:spPr/>
    </dgm:pt>
  </dgm:ptLst>
  <dgm:cxnLst>
    <dgm:cxn modelId="{B798E709-95D2-4173-8BE9-FBE009BB93F2}" type="presOf" srcId="{950FA01D-46C4-4360-BAF2-F9BFC539A018}" destId="{1A5871AA-A9F6-4DE8-8309-020AC1DF49FA}" srcOrd="0" destOrd="0" presId="urn:microsoft.com/office/officeart/2024/3/layout/hArchList1"/>
    <dgm:cxn modelId="{006B970A-BC23-46A8-B2BA-57374A885C54}" type="presOf" srcId="{3AC35B18-DF34-4702-85A5-5F6143D0499D}" destId="{61B8F8AB-DA7E-4B52-833D-A11F78F50242}" srcOrd="0" destOrd="0" presId="urn:microsoft.com/office/officeart/2024/3/layout/hArchList1"/>
    <dgm:cxn modelId="{756B8313-1C7B-4383-A355-82FD5E49E05B}" srcId="{950FA01D-46C4-4360-BAF2-F9BFC539A018}" destId="{074D809D-DF72-4762-A114-96A7CF463847}" srcOrd="0" destOrd="0" parTransId="{560E824E-A897-4292-ABAC-CFE3C3B4BF14}" sibTransId="{A8533BD6-98B7-4F8A-8E37-E48D8457F8F1}"/>
    <dgm:cxn modelId="{B4D8BD15-D4E2-45E5-A24A-19B55757232E}" type="presOf" srcId="{074D809D-DF72-4762-A114-96A7CF463847}" destId="{099B4167-A288-4B3F-A742-F163DF892F7B}" srcOrd="0" destOrd="0" presId="urn:microsoft.com/office/officeart/2024/3/layout/hArchList1"/>
    <dgm:cxn modelId="{C0FE991E-B924-42E2-9064-DECF8C1BEE81}" type="presOf" srcId="{9263C2E8-AAC7-4EBF-9B53-69670DF9DCDA}" destId="{3E1FA993-5EBC-4679-9CB7-EDC489844190}" srcOrd="0" destOrd="0" presId="urn:microsoft.com/office/officeart/2024/3/layout/hArchList1"/>
    <dgm:cxn modelId="{9CE77720-2B3A-42DD-B696-F97448E2C1A4}" type="presOf" srcId="{88C76860-B70C-4E0F-95D0-5B0B3FC9A24C}" destId="{785A92E3-BB1C-49A2-9DB4-7DD41B9C12BD}" srcOrd="0" destOrd="0" presId="urn:microsoft.com/office/officeart/2024/3/layout/hArchList1"/>
    <dgm:cxn modelId="{2E382428-DFBA-4118-B807-E0D10E0F0EC4}" srcId="{F29D8B18-9640-4E7E-90E6-4BFAF0205F1D}" destId="{719FC497-696F-4739-BA3E-D63B98D383E5}" srcOrd="0" destOrd="0" parTransId="{89985B85-17C1-45B2-A417-512E318B243F}" sibTransId="{1E2B6446-5991-4FF8-BA1C-56EF4F441A4E}"/>
    <dgm:cxn modelId="{C0864961-8749-47CD-9A06-A47C94538F52}" srcId="{950FA01D-46C4-4360-BAF2-F9BFC539A018}" destId="{A5FCFAE6-3B2E-4652-B564-F02537A85041}" srcOrd="3" destOrd="0" parTransId="{8546F653-74EE-4A3E-8265-983F96616336}" sibTransId="{1F328E0E-AFCF-479E-B080-DEB2B17DA627}"/>
    <dgm:cxn modelId="{1EC27448-D2D5-4370-97F4-8C772042677E}" type="presOf" srcId="{1F328E0E-AFCF-479E-B080-DEB2B17DA627}" destId="{7EB85D11-C48D-4482-A132-117A4F509DB6}" srcOrd="0" destOrd="0" presId="urn:microsoft.com/office/officeart/2024/3/layout/hArchList1"/>
    <dgm:cxn modelId="{27EE136A-5E80-4705-86DB-9F730FB8899B}" type="presOf" srcId="{719FC497-696F-4739-BA3E-D63B98D383E5}" destId="{92759D6B-829C-4587-B42E-3D066AFCDE29}" srcOrd="0" destOrd="0" presId="urn:microsoft.com/office/officeart/2024/3/layout/hArchList1"/>
    <dgm:cxn modelId="{13FD9C71-A4B6-4DCA-B9DA-46F8127BE898}" srcId="{950FA01D-46C4-4360-BAF2-F9BFC539A018}" destId="{F29D8B18-9640-4E7E-90E6-4BFAF0205F1D}" srcOrd="4" destOrd="0" parTransId="{EC631B6F-29A0-4DEF-98F7-BB6207629C2C}" sibTransId="{37D31BCD-2D30-4CCD-97FB-D4BB1F7EB33A}"/>
    <dgm:cxn modelId="{C335B655-6C3C-4F8E-A833-04C4CCA2C1DE}" type="presOf" srcId="{FC5BBE14-B493-4721-9856-AFB96D5522D4}" destId="{D5035F20-4C1E-4FC4-8417-DB5D26FD9CAA}" srcOrd="0" destOrd="0" presId="urn:microsoft.com/office/officeart/2024/3/layout/hArchList1"/>
    <dgm:cxn modelId="{35518257-2C12-4434-9FD8-D5B978892697}" type="presOf" srcId="{A7C754F9-F164-42E7-A281-C494539EB34E}" destId="{3EDE601F-3EA7-45D1-BA16-3DE89BC12286}" srcOrd="0" destOrd="0" presId="urn:microsoft.com/office/officeart/2024/3/layout/hArchList1"/>
    <dgm:cxn modelId="{BF81B58A-7BD8-47A6-9121-979534507775}" type="presOf" srcId="{F29D8B18-9640-4E7E-90E6-4BFAF0205F1D}" destId="{5A67C463-DDE2-4D53-81EC-7F25D097A5F2}" srcOrd="0" destOrd="0" presId="urn:microsoft.com/office/officeart/2024/3/layout/hArchList1"/>
    <dgm:cxn modelId="{0FD44291-D802-456B-BFCA-D9D1E357565F}" srcId="{950FA01D-46C4-4360-BAF2-F9BFC539A018}" destId="{F9EE6B3E-17FB-400F-83F0-5A1926BDF2EE}" srcOrd="1" destOrd="0" parTransId="{F8FED285-AF67-4379-A42D-9275775D3BB0}" sibTransId="{88C76860-B70C-4E0F-95D0-5B0B3FC9A24C}"/>
    <dgm:cxn modelId="{70204095-ABEA-4606-A51E-A1B138564F8E}" srcId="{A5FCFAE6-3B2E-4652-B564-F02537A85041}" destId="{3AC35B18-DF34-4702-85A5-5F6143D0499D}" srcOrd="0" destOrd="0" parTransId="{CB93B0A0-19CB-4289-B6AE-EC48DCAA9515}" sibTransId="{2B9F003A-EF5F-4B28-8E64-10A7E8F0275B}"/>
    <dgm:cxn modelId="{1FE19A9A-7F25-4C16-9169-4F1BA4C1C248}" type="presOf" srcId="{56BD9330-81CF-43F3-B205-9E10F2CB9E7D}" destId="{2C774EF6-4836-40B1-9FFA-54F2FF2E48A1}" srcOrd="0" destOrd="0" presId="urn:microsoft.com/office/officeart/2024/3/layout/hArchList1"/>
    <dgm:cxn modelId="{B67D48A0-6C7B-42FB-A360-2F681AEACA3B}" type="presOf" srcId="{0F8BAC2F-49C3-4408-A6D0-AD01546D4056}" destId="{2791F366-E67D-4B78-B978-87AB514E3A93}" srcOrd="0" destOrd="0" presId="urn:microsoft.com/office/officeart/2024/3/layout/hArchList1"/>
    <dgm:cxn modelId="{0FA6BCAC-30B5-423E-A42D-8FFB51407A6A}" srcId="{074D809D-DF72-4762-A114-96A7CF463847}" destId="{FC5BBE14-B493-4721-9856-AFB96D5522D4}" srcOrd="0" destOrd="0" parTransId="{DDB67644-B215-46D4-9528-4A1682D93283}" sibTransId="{920BA6ED-6823-48E9-B992-0C2DEDC4D8FE}"/>
    <dgm:cxn modelId="{C18904B0-B03E-46DB-881D-76DC6BFDA093}" type="presOf" srcId="{A8533BD6-98B7-4F8A-8E37-E48D8457F8F1}" destId="{B49A9CB3-F6F9-45A4-B9C2-038F8585AA0E}" srcOrd="0" destOrd="0" presId="urn:microsoft.com/office/officeart/2024/3/layout/hArchList1"/>
    <dgm:cxn modelId="{13C10CC1-8898-4ACC-8C0B-9AB30B1DE62A}" type="presOf" srcId="{A5FCFAE6-3B2E-4652-B564-F02537A85041}" destId="{A82DFF48-0A00-428E-9261-6B3D866B35CE}" srcOrd="0" destOrd="0" presId="urn:microsoft.com/office/officeart/2024/3/layout/hArchList1"/>
    <dgm:cxn modelId="{9182F6CE-B260-405E-8C46-14EF1615A30D}" srcId="{950FA01D-46C4-4360-BAF2-F9BFC539A018}" destId="{A7C754F9-F164-42E7-A281-C494539EB34E}" srcOrd="2" destOrd="0" parTransId="{2A101E1D-63E5-48B1-935C-6E4C29D2D344}" sibTransId="{56BD9330-81CF-43F3-B205-9E10F2CB9E7D}"/>
    <dgm:cxn modelId="{A3451DD0-3971-46F1-86F3-4E6D1A0E622D}" type="presOf" srcId="{F9EE6B3E-17FB-400F-83F0-5A1926BDF2EE}" destId="{3A25C45A-94C1-48F3-9F59-9D1DB4FCD072}" srcOrd="0" destOrd="0" presId="urn:microsoft.com/office/officeart/2024/3/layout/hArchList1"/>
    <dgm:cxn modelId="{9FEAAFF2-B944-4E03-99E1-0EA1A6FA1440}" srcId="{F9EE6B3E-17FB-400F-83F0-5A1926BDF2EE}" destId="{0F8BAC2F-49C3-4408-A6D0-AD01546D4056}" srcOrd="0" destOrd="0" parTransId="{EC1FCA04-C856-46F8-A8E9-407BEEC4F7C0}" sibTransId="{47A0B93F-B332-4E59-97DA-498A3AF75CEC}"/>
    <dgm:cxn modelId="{13DDB3F7-4105-4E25-9E0A-55563B716476}" srcId="{A7C754F9-F164-42E7-A281-C494539EB34E}" destId="{9263C2E8-AAC7-4EBF-9B53-69670DF9DCDA}" srcOrd="0" destOrd="0" parTransId="{6B1CE4D4-728A-4003-AF40-2ABADCFFBC2B}" sibTransId="{D41D469B-673C-46B8-A3E9-536053A995C1}"/>
    <dgm:cxn modelId="{E157D672-3C2E-452D-9CAC-BBA666F06DC8}" type="presParOf" srcId="{1A5871AA-A9F6-4DE8-8309-020AC1DF49FA}" destId="{81118BAE-7B71-4422-B7EB-287AC7752F6E}" srcOrd="0" destOrd="0" presId="urn:microsoft.com/office/officeart/2024/3/layout/hArchList1"/>
    <dgm:cxn modelId="{61284661-DF1D-4AB5-877C-42992527F5C5}" type="presParOf" srcId="{81118BAE-7B71-4422-B7EB-287AC7752F6E}" destId="{099B4167-A288-4B3F-A742-F163DF892F7B}" srcOrd="0" destOrd="0" presId="urn:microsoft.com/office/officeart/2024/3/layout/hArchList1"/>
    <dgm:cxn modelId="{49D9491C-3C17-47A7-B642-2240BFDA0EFF}" type="presParOf" srcId="{81118BAE-7B71-4422-B7EB-287AC7752F6E}" destId="{D5035F20-4C1E-4FC4-8417-DB5D26FD9CAA}" srcOrd="1" destOrd="0" presId="urn:microsoft.com/office/officeart/2024/3/layout/hArchList1"/>
    <dgm:cxn modelId="{658EDA4B-9467-456D-9B61-A0EC88DEC732}" type="presParOf" srcId="{1A5871AA-A9F6-4DE8-8309-020AC1DF49FA}" destId="{B49A9CB3-F6F9-45A4-B9C2-038F8585AA0E}" srcOrd="1" destOrd="0" presId="urn:microsoft.com/office/officeart/2024/3/layout/hArchList1"/>
    <dgm:cxn modelId="{1CB10F00-6634-4D94-A0C2-2A220E3B39DF}" type="presParOf" srcId="{1A5871AA-A9F6-4DE8-8309-020AC1DF49FA}" destId="{63DA250D-3995-4E85-9A55-F40698F0CA46}" srcOrd="2" destOrd="0" presId="urn:microsoft.com/office/officeart/2024/3/layout/hArchList1"/>
    <dgm:cxn modelId="{15E602AB-3932-47FC-918F-B8A294B8F777}" type="presParOf" srcId="{63DA250D-3995-4E85-9A55-F40698F0CA46}" destId="{3A25C45A-94C1-48F3-9F59-9D1DB4FCD072}" srcOrd="0" destOrd="0" presId="urn:microsoft.com/office/officeart/2024/3/layout/hArchList1"/>
    <dgm:cxn modelId="{0F9A306E-B8B6-4710-A89B-9DCCAB753048}" type="presParOf" srcId="{63DA250D-3995-4E85-9A55-F40698F0CA46}" destId="{2791F366-E67D-4B78-B978-87AB514E3A93}" srcOrd="1" destOrd="0" presId="urn:microsoft.com/office/officeart/2024/3/layout/hArchList1"/>
    <dgm:cxn modelId="{AF0061D0-BD04-4C58-9E92-79632A6CB046}" type="presParOf" srcId="{1A5871AA-A9F6-4DE8-8309-020AC1DF49FA}" destId="{785A92E3-BB1C-49A2-9DB4-7DD41B9C12BD}" srcOrd="3" destOrd="0" presId="urn:microsoft.com/office/officeart/2024/3/layout/hArchList1"/>
    <dgm:cxn modelId="{B36CACEB-DF2C-42A3-9356-38BC627486F4}" type="presParOf" srcId="{1A5871AA-A9F6-4DE8-8309-020AC1DF49FA}" destId="{865305CC-D011-4BDC-B214-B5493FABAEC0}" srcOrd="4" destOrd="0" presId="urn:microsoft.com/office/officeart/2024/3/layout/hArchList1"/>
    <dgm:cxn modelId="{89AEF124-D990-44F7-B09A-FACBC5011558}" type="presParOf" srcId="{865305CC-D011-4BDC-B214-B5493FABAEC0}" destId="{3EDE601F-3EA7-45D1-BA16-3DE89BC12286}" srcOrd="0" destOrd="0" presId="urn:microsoft.com/office/officeart/2024/3/layout/hArchList1"/>
    <dgm:cxn modelId="{74121D1F-CACB-414B-AC6C-A376084ACE7A}" type="presParOf" srcId="{865305CC-D011-4BDC-B214-B5493FABAEC0}" destId="{3E1FA993-5EBC-4679-9CB7-EDC489844190}" srcOrd="1" destOrd="0" presId="urn:microsoft.com/office/officeart/2024/3/layout/hArchList1"/>
    <dgm:cxn modelId="{41435EA8-F797-4060-8B75-B948406589D9}" type="presParOf" srcId="{1A5871AA-A9F6-4DE8-8309-020AC1DF49FA}" destId="{2C774EF6-4836-40B1-9FFA-54F2FF2E48A1}" srcOrd="5" destOrd="0" presId="urn:microsoft.com/office/officeart/2024/3/layout/hArchList1"/>
    <dgm:cxn modelId="{917BD6FC-DE4F-4793-BC28-EE722580638B}" type="presParOf" srcId="{1A5871AA-A9F6-4DE8-8309-020AC1DF49FA}" destId="{AD717BB9-1361-42A5-8292-9603429099BA}" srcOrd="6" destOrd="0" presId="urn:microsoft.com/office/officeart/2024/3/layout/hArchList1"/>
    <dgm:cxn modelId="{7D684ECA-098A-4338-9EEE-AD35D987614A}" type="presParOf" srcId="{AD717BB9-1361-42A5-8292-9603429099BA}" destId="{A82DFF48-0A00-428E-9261-6B3D866B35CE}" srcOrd="0" destOrd="0" presId="urn:microsoft.com/office/officeart/2024/3/layout/hArchList1"/>
    <dgm:cxn modelId="{F9FC5FE2-9EB4-4E10-8D5E-28EA159459DA}" type="presParOf" srcId="{AD717BB9-1361-42A5-8292-9603429099BA}" destId="{61B8F8AB-DA7E-4B52-833D-A11F78F50242}" srcOrd="1" destOrd="0" presId="urn:microsoft.com/office/officeart/2024/3/layout/hArchList1"/>
    <dgm:cxn modelId="{ED583FEF-6C69-4496-B821-4615410A96B4}" type="presParOf" srcId="{1A5871AA-A9F6-4DE8-8309-020AC1DF49FA}" destId="{7EB85D11-C48D-4482-A132-117A4F509DB6}" srcOrd="7" destOrd="0" presId="urn:microsoft.com/office/officeart/2024/3/layout/hArchList1"/>
    <dgm:cxn modelId="{9AA63B0C-1F8A-4A70-B287-4E5C801FDF55}" type="presParOf" srcId="{1A5871AA-A9F6-4DE8-8309-020AC1DF49FA}" destId="{67971BFB-50F3-475E-818C-41B1E91432D1}" srcOrd="8" destOrd="0" presId="urn:microsoft.com/office/officeart/2024/3/layout/hArchList1"/>
    <dgm:cxn modelId="{B3097536-FDCE-4F75-9973-F1479338171A}" type="presParOf" srcId="{67971BFB-50F3-475E-818C-41B1E91432D1}" destId="{5A67C463-DDE2-4D53-81EC-7F25D097A5F2}" srcOrd="0" destOrd="0" presId="urn:microsoft.com/office/officeart/2024/3/layout/hArchList1"/>
    <dgm:cxn modelId="{9328F6A5-AE30-4DAC-8D58-8357C1B612FE}" type="presParOf" srcId="{67971BFB-50F3-475E-818C-41B1E91432D1}" destId="{92759D6B-829C-4587-B42E-3D066AFCDE29}" srcOrd="1" destOrd="0" presId="urn:microsoft.com/office/officeart/2024/3/layout/hArc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9B4167-A288-4B3F-A742-F163DF892F7B}">
      <dsp:nvSpPr>
        <dsp:cNvPr id="0" name=""/>
        <dsp:cNvSpPr/>
      </dsp:nvSpPr>
      <dsp:spPr>
        <a:xfrm>
          <a:off x="0" y="0"/>
          <a:ext cx="2021797" cy="7696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1590" rIns="21590" bIns="21590" numCol="1" spcCol="1270" anchor="t" anchorCtr="0">
          <a:noAutofit/>
        </a:bodyPr>
        <a:lstStyle/>
        <a:p>
          <a:pPr marL="0" lvl="0" indent="0" algn="l" defTabSz="755650">
            <a:lnSpc>
              <a:spcPct val="100000"/>
            </a:lnSpc>
            <a:spcBef>
              <a:spcPct val="0"/>
            </a:spcBef>
            <a:spcAft>
              <a:spcPct val="35000"/>
            </a:spcAft>
            <a:buNone/>
            <a:defRPr b="1"/>
          </a:pPr>
          <a:r>
            <a:rPr lang="en-US" sz="1700" kern="1200" baseline="0"/>
            <a:t>講義中の重要ポイント</a:t>
          </a:r>
          <a:endParaRPr lang="en-US" sz="1700" kern="1200"/>
        </a:p>
      </dsp:txBody>
      <dsp:txXfrm>
        <a:off x="0" y="0"/>
        <a:ext cx="2021797" cy="769626"/>
      </dsp:txXfrm>
    </dsp:sp>
    <dsp:sp modelId="{D5035F20-4C1E-4FC4-8417-DB5D26FD9CAA}">
      <dsp:nvSpPr>
        <dsp:cNvPr id="0" name=""/>
        <dsp:cNvSpPr/>
      </dsp:nvSpPr>
      <dsp:spPr>
        <a:xfrm>
          <a:off x="0" y="769626"/>
          <a:ext cx="2021797" cy="31085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6510" rIns="16510" bIns="16510" numCol="1" spcCol="1270" anchor="t" anchorCtr="0">
          <a:noAutofit/>
        </a:bodyPr>
        <a:lstStyle/>
        <a:p>
          <a:pPr marL="0" lvl="0" indent="0" algn="l" defTabSz="577850">
            <a:lnSpc>
              <a:spcPct val="100000"/>
            </a:lnSpc>
            <a:spcBef>
              <a:spcPct val="0"/>
            </a:spcBef>
            <a:spcAft>
              <a:spcPct val="35000"/>
            </a:spcAft>
            <a:buNone/>
          </a:pPr>
          <a:r>
            <a:rPr lang="en-US" sz="1300" kern="1200" baseline="0" dirty="0" err="1"/>
            <a:t>講義中に重要なポイントを見つけ</a:t>
          </a:r>
          <a:r>
            <a:rPr lang="en-US" sz="1300" kern="1200" baseline="0" dirty="0"/>
            <a:t>、</a:t>
          </a:r>
          <a:r>
            <a:rPr lang="ja-JP" altLang="en-US" sz="1300" kern="1200" baseline="0" dirty="0"/>
            <a:t>スマホを開く。</a:t>
          </a:r>
          <a:endParaRPr lang="en-US" sz="1300" kern="1200" dirty="0"/>
        </a:p>
      </dsp:txBody>
      <dsp:txXfrm>
        <a:off x="0" y="769626"/>
        <a:ext cx="2021797" cy="3108593"/>
      </dsp:txXfrm>
    </dsp:sp>
    <dsp:sp modelId="{3A25C45A-94C1-48F3-9F59-9D1DB4FCD072}">
      <dsp:nvSpPr>
        <dsp:cNvPr id="0" name=""/>
        <dsp:cNvSpPr/>
      </dsp:nvSpPr>
      <dsp:spPr>
        <a:xfrm>
          <a:off x="2223977" y="0"/>
          <a:ext cx="2021797" cy="7696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1590" rIns="21590" bIns="21590" numCol="1" spcCol="1270" anchor="t" anchorCtr="0">
          <a:noAutofit/>
        </a:bodyPr>
        <a:lstStyle/>
        <a:p>
          <a:pPr marL="0" lvl="0" indent="0" algn="l" defTabSz="755650">
            <a:lnSpc>
              <a:spcPct val="100000"/>
            </a:lnSpc>
            <a:spcBef>
              <a:spcPct val="0"/>
            </a:spcBef>
            <a:spcAft>
              <a:spcPct val="35000"/>
            </a:spcAft>
            <a:buNone/>
            <a:defRPr b="1"/>
          </a:pPr>
          <a:r>
            <a:rPr lang="en-US" sz="1700" kern="1200" baseline="0"/>
            <a:t>ログイン不要の即時アクセス</a:t>
          </a:r>
          <a:endParaRPr lang="en-US" sz="1700" kern="1200"/>
        </a:p>
      </dsp:txBody>
      <dsp:txXfrm>
        <a:off x="2223977" y="0"/>
        <a:ext cx="2021797" cy="769626"/>
      </dsp:txXfrm>
    </dsp:sp>
    <dsp:sp modelId="{2791F366-E67D-4B78-B978-87AB514E3A93}">
      <dsp:nvSpPr>
        <dsp:cNvPr id="0" name=""/>
        <dsp:cNvSpPr/>
      </dsp:nvSpPr>
      <dsp:spPr>
        <a:xfrm>
          <a:off x="2223977" y="769626"/>
          <a:ext cx="2021797" cy="31085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6510" rIns="16510" bIns="16510" numCol="1" spcCol="1270" anchor="t" anchorCtr="0">
          <a:noAutofit/>
        </a:bodyPr>
        <a:lstStyle/>
        <a:p>
          <a:pPr marL="0" lvl="0" indent="0" algn="l" defTabSz="577850">
            <a:lnSpc>
              <a:spcPct val="100000"/>
            </a:lnSpc>
            <a:spcBef>
              <a:spcPct val="0"/>
            </a:spcBef>
            <a:spcAft>
              <a:spcPct val="35000"/>
            </a:spcAft>
            <a:buNone/>
          </a:pPr>
          <a:r>
            <a:rPr lang="en-US" sz="1300" kern="1200" baseline="0" dirty="0" err="1"/>
            <a:t>スマホでログイン不要</a:t>
          </a:r>
          <a:r>
            <a:rPr lang="ja-JP" altLang="en-US" sz="1300" kern="1200" baseline="0" dirty="0"/>
            <a:t>で</a:t>
          </a:r>
          <a:r>
            <a:rPr lang="en-US" sz="1300" kern="1200" baseline="0" dirty="0" err="1"/>
            <a:t>すぐメモ画面が表示される</a:t>
          </a:r>
          <a:r>
            <a:rPr lang="en-US" sz="1300" kern="1200" baseline="0" dirty="0"/>
            <a:t>。</a:t>
          </a:r>
          <a:endParaRPr lang="en-US" sz="1300" kern="1200" dirty="0"/>
        </a:p>
      </dsp:txBody>
      <dsp:txXfrm>
        <a:off x="2223977" y="769626"/>
        <a:ext cx="2021797" cy="3108593"/>
      </dsp:txXfrm>
    </dsp:sp>
    <dsp:sp modelId="{3EDE601F-3EA7-45D1-BA16-3DE89BC12286}">
      <dsp:nvSpPr>
        <dsp:cNvPr id="0" name=""/>
        <dsp:cNvSpPr/>
      </dsp:nvSpPr>
      <dsp:spPr>
        <a:xfrm>
          <a:off x="4447954" y="0"/>
          <a:ext cx="2021797" cy="7696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1590" rIns="21590" bIns="21590" numCol="1" spcCol="1270" anchor="t" anchorCtr="0">
          <a:noAutofit/>
        </a:bodyPr>
        <a:lstStyle/>
        <a:p>
          <a:pPr marL="0" lvl="0" indent="0" algn="l" defTabSz="755650">
            <a:lnSpc>
              <a:spcPct val="100000"/>
            </a:lnSpc>
            <a:spcBef>
              <a:spcPct val="0"/>
            </a:spcBef>
            <a:spcAft>
              <a:spcPct val="35000"/>
            </a:spcAft>
            <a:buNone/>
            <a:defRPr b="1"/>
          </a:pPr>
          <a:r>
            <a:rPr lang="en-US" sz="1700" kern="1200" baseline="0"/>
            <a:t>高速メモ登録</a:t>
          </a:r>
          <a:endParaRPr lang="en-US" sz="1700" kern="1200"/>
        </a:p>
      </dsp:txBody>
      <dsp:txXfrm>
        <a:off x="4447954" y="0"/>
        <a:ext cx="2021797" cy="769626"/>
      </dsp:txXfrm>
    </dsp:sp>
    <dsp:sp modelId="{3E1FA993-5EBC-4679-9CB7-EDC489844190}">
      <dsp:nvSpPr>
        <dsp:cNvPr id="0" name=""/>
        <dsp:cNvSpPr/>
      </dsp:nvSpPr>
      <dsp:spPr>
        <a:xfrm>
          <a:off x="4447954" y="769626"/>
          <a:ext cx="2021797" cy="31085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6510" rIns="16510" bIns="16510" numCol="1" spcCol="1270" anchor="t" anchorCtr="0">
          <a:noAutofit/>
        </a:bodyPr>
        <a:lstStyle/>
        <a:p>
          <a:pPr marL="0" lvl="0" indent="0" algn="l" defTabSz="577850">
            <a:lnSpc>
              <a:spcPct val="100000"/>
            </a:lnSpc>
            <a:spcBef>
              <a:spcPct val="0"/>
            </a:spcBef>
            <a:spcAft>
              <a:spcPct val="35000"/>
            </a:spcAft>
            <a:buNone/>
          </a:pPr>
          <a:r>
            <a:rPr lang="en-US" sz="1300" kern="1200" baseline="0" dirty="0" err="1"/>
            <a:t>タイトルと内容を入力し、保存ボタンで高速にメモを登録する</a:t>
          </a:r>
          <a:r>
            <a:rPr lang="ja-JP" altLang="en-US" sz="1300" kern="1200" baseline="0" dirty="0"/>
            <a:t>。</a:t>
          </a:r>
          <a:endParaRPr lang="en-US" sz="1300" kern="1200" dirty="0"/>
        </a:p>
      </dsp:txBody>
      <dsp:txXfrm>
        <a:off x="4447954" y="769626"/>
        <a:ext cx="2021797" cy="3108593"/>
      </dsp:txXfrm>
    </dsp:sp>
    <dsp:sp modelId="{A82DFF48-0A00-428E-9261-6B3D866B35CE}">
      <dsp:nvSpPr>
        <dsp:cNvPr id="0" name=""/>
        <dsp:cNvSpPr/>
      </dsp:nvSpPr>
      <dsp:spPr>
        <a:xfrm>
          <a:off x="6671931" y="0"/>
          <a:ext cx="2021797" cy="7696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1590" rIns="21590" bIns="21590" numCol="1" spcCol="1270" anchor="t" anchorCtr="0">
          <a:noAutofit/>
        </a:bodyPr>
        <a:lstStyle/>
        <a:p>
          <a:pPr marL="0" lvl="0" indent="0" algn="l" defTabSz="755650">
            <a:lnSpc>
              <a:spcPct val="100000"/>
            </a:lnSpc>
            <a:spcBef>
              <a:spcPct val="0"/>
            </a:spcBef>
            <a:spcAft>
              <a:spcPct val="35000"/>
            </a:spcAft>
            <a:buNone/>
            <a:defRPr b="1"/>
          </a:pPr>
          <a:r>
            <a:rPr lang="en-US" sz="1700" kern="1200" baseline="0" dirty="0" err="1"/>
            <a:t>端末間同期と閲覧</a:t>
          </a:r>
          <a:r>
            <a:rPr lang="ja-JP" altLang="en-US" sz="1700" kern="1200" baseline="0" dirty="0"/>
            <a:t>、削除</a:t>
          </a:r>
          <a:endParaRPr lang="en-US" sz="1700" kern="1200" dirty="0"/>
        </a:p>
      </dsp:txBody>
      <dsp:txXfrm>
        <a:off x="6671931" y="0"/>
        <a:ext cx="2021797" cy="769626"/>
      </dsp:txXfrm>
    </dsp:sp>
    <dsp:sp modelId="{61B8F8AB-DA7E-4B52-833D-A11F78F50242}">
      <dsp:nvSpPr>
        <dsp:cNvPr id="0" name=""/>
        <dsp:cNvSpPr/>
      </dsp:nvSpPr>
      <dsp:spPr>
        <a:xfrm>
          <a:off x="6671931" y="769626"/>
          <a:ext cx="2021797" cy="31085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6510" rIns="16510" bIns="16510" numCol="1" spcCol="1270" anchor="t" anchorCtr="0">
          <a:noAutofit/>
        </a:bodyPr>
        <a:lstStyle/>
        <a:p>
          <a:pPr marL="0" lvl="0" indent="0" algn="l" defTabSz="577850">
            <a:lnSpc>
              <a:spcPct val="100000"/>
            </a:lnSpc>
            <a:spcBef>
              <a:spcPct val="0"/>
            </a:spcBef>
            <a:spcAft>
              <a:spcPct val="35000"/>
            </a:spcAft>
            <a:buNone/>
          </a:pPr>
          <a:r>
            <a:rPr lang="en-US" sz="1300" kern="1200" baseline="0" dirty="0" err="1"/>
            <a:t>PCブラウザで同じメモを閲覧でき、データ同期</a:t>
          </a:r>
          <a:r>
            <a:rPr lang="ja-JP" altLang="en-US" sz="1300" kern="1200" baseline="0" dirty="0"/>
            <a:t>、一覧から削除できる。</a:t>
          </a:r>
          <a:endParaRPr lang="en-US" sz="1300" kern="1200" dirty="0"/>
        </a:p>
      </dsp:txBody>
      <dsp:txXfrm>
        <a:off x="6671931" y="769626"/>
        <a:ext cx="2021797" cy="3108593"/>
      </dsp:txXfrm>
    </dsp:sp>
    <dsp:sp modelId="{5A67C463-DDE2-4D53-81EC-7F25D097A5F2}">
      <dsp:nvSpPr>
        <dsp:cNvPr id="0" name=""/>
        <dsp:cNvSpPr/>
      </dsp:nvSpPr>
      <dsp:spPr>
        <a:xfrm>
          <a:off x="8895909" y="0"/>
          <a:ext cx="2021797" cy="7696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1590" rIns="21590" bIns="21590" numCol="1" spcCol="1270" anchor="t" anchorCtr="0">
          <a:noAutofit/>
        </a:bodyPr>
        <a:lstStyle/>
        <a:p>
          <a:pPr marL="0" lvl="0" indent="0" algn="l" defTabSz="755650">
            <a:lnSpc>
              <a:spcPct val="100000"/>
            </a:lnSpc>
            <a:spcBef>
              <a:spcPct val="0"/>
            </a:spcBef>
            <a:spcAft>
              <a:spcPct val="35000"/>
            </a:spcAft>
            <a:buNone/>
            <a:defRPr b="1"/>
          </a:pPr>
          <a:r>
            <a:rPr lang="ja-JP" altLang="en-US" sz="1700" kern="1200" dirty="0"/>
            <a:t>効率的な勉強</a:t>
          </a:r>
          <a:endParaRPr lang="en-US" sz="1700" kern="1200" dirty="0"/>
        </a:p>
      </dsp:txBody>
      <dsp:txXfrm>
        <a:off x="8895909" y="0"/>
        <a:ext cx="2021797" cy="769626"/>
      </dsp:txXfrm>
    </dsp:sp>
    <dsp:sp modelId="{92759D6B-829C-4587-B42E-3D066AFCDE29}">
      <dsp:nvSpPr>
        <dsp:cNvPr id="0" name=""/>
        <dsp:cNvSpPr/>
      </dsp:nvSpPr>
      <dsp:spPr>
        <a:xfrm>
          <a:off x="8895909" y="769626"/>
          <a:ext cx="2021797" cy="31085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6510" rIns="16510" bIns="16510" numCol="1" spcCol="1270" anchor="t" anchorCtr="0">
          <a:noAutofit/>
        </a:bodyPr>
        <a:lstStyle/>
        <a:p>
          <a:pPr marL="0" lvl="0" indent="0" algn="l" defTabSz="577850">
            <a:lnSpc>
              <a:spcPct val="100000"/>
            </a:lnSpc>
            <a:spcBef>
              <a:spcPct val="0"/>
            </a:spcBef>
            <a:spcAft>
              <a:spcPct val="35000"/>
            </a:spcAft>
            <a:buNone/>
          </a:pPr>
          <a:r>
            <a:rPr lang="ja-JP" altLang="en-US" sz="1300" kern="1200" dirty="0"/>
            <a:t>重要なポイントを逃さないことで、勉強の質が上がる。</a:t>
          </a:r>
          <a:endParaRPr lang="en-US" sz="1300" kern="1200" dirty="0"/>
        </a:p>
      </dsp:txBody>
      <dsp:txXfrm>
        <a:off x="8895909" y="769626"/>
        <a:ext cx="2021797" cy="3108593"/>
      </dsp:txXfrm>
    </dsp:sp>
  </dsp:spTree>
</dsp:drawing>
</file>

<file path=ppt/diagrams/layout1.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4C4951-75FF-4804-9754-3DFD1BE7949F}" type="datetimeFigureOut">
              <a:rPr kumimoji="1" lang="ja-JP" altLang="en-US" smtClean="0"/>
              <a:t>2026/1/23</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0B79FF-CFD3-4F42-A93D-EC7E8AAEF79C}" type="slidenum">
              <a:rPr kumimoji="1" lang="ja-JP" altLang="en-US" smtClean="0"/>
              <a:t>‹#›</a:t>
            </a:fld>
            <a:endParaRPr kumimoji="1" lang="ja-JP" altLang="en-US"/>
          </a:p>
        </p:txBody>
      </p:sp>
    </p:spTree>
    <p:extLst>
      <p:ext uri="{BB962C8B-B14F-4D97-AF65-F5344CB8AC3E}">
        <p14:creationId xmlns:p14="http://schemas.microsoft.com/office/powerpoint/2010/main" val="198347360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佐藤みなみは22歳の大学3年生で、情報学を専攻しています。彼女は日々の講義や研究活動において、効率的にメモを取ることを重視しています。しかし、既存のメモアプリは機能が多すぎて操作が複雑であり、必要な情報を素早く記録することが難しいと感じています。みなみの最大のニーズは、シンプルで直感的に使えるメモ管理アプリです。ログインや複雑な設定を必要とせず、ブラウザを開くだけでメモを作成・閲覧できることが理想です。また、スマートフォンとPCの両方で同じデータにアクセスできることも重要な要件です。彼女は講義中に教授の説明を即座に記録したいと考えており、レスポンスの速さと操作性を重視します。さらに、研究メモや日常のタスク管理にも活用できる柔軟性を求めています。課題としては、複雑なUIや多機能アプリに対する苦手意識があり、シンプルな操作性が不可欠です。利用シーンは、大学の講義、研究室での作業、日常生活のタスク管理など多岐にわたります。こうした背景から、みなみのペルソナは「シンプルさ」「即時性」「クロスデバイス対応」を重視するユーザー像として定義されます。この情報は、アプリの設計においてUIの簡潔さや機能の絞り込みを優先するための重要な指針となります。</a:t>
            </a:r>
          </a:p>
        </p:txBody>
      </p:sp>
      <p:sp>
        <p:nvSpPr>
          <p:cNvPr id="4" name="Slide Number Placeholder 3"/>
          <p:cNvSpPr>
            <a:spLocks noGrp="1"/>
          </p:cNvSpPr>
          <p:nvPr>
            <p:ph type="sldNum" sz="quarter" idx="5"/>
          </p:nvPr>
        </p:nvSpPr>
        <p:spPr/>
        <p:txBody>
          <a:bodyPr/>
          <a:lstStyle/>
          <a:p>
            <a:pPr rtl="0"/>
            <a:fld id="{BFDD6F49-EBB7-4CCF-97A8-E526BB28BB69}" type="slidenum">
              <a:rPr lang="en-US" smtClean="0"/>
              <a:t>3</a:t>
            </a:fld>
            <a:endParaRPr lang="en-US"/>
          </a:p>
        </p:txBody>
      </p:sp>
    </p:spTree>
    <p:extLst>
      <p:ext uri="{BB962C8B-B14F-4D97-AF65-F5344CB8AC3E}">
        <p14:creationId xmlns:p14="http://schemas.microsoft.com/office/powerpoint/2010/main" val="2217059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906E3A4-EEFA-20FF-F3B2-86C755212162}"/>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DFE82313-FEB6-B3C5-3888-F6B622049A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C12C4261-1432-C68F-BD29-27475C676567}"/>
              </a:ext>
            </a:extLst>
          </p:cNvPr>
          <p:cNvSpPr>
            <a:spLocks noGrp="1"/>
          </p:cNvSpPr>
          <p:nvPr>
            <p:ph type="dt" sz="half" idx="10"/>
          </p:nvPr>
        </p:nvSpPr>
        <p:spPr/>
        <p:txBody>
          <a:bodyPr/>
          <a:lstStyle/>
          <a:p>
            <a:fld id="{629A7DB7-30CF-4E98-A5C6-7BCAAD979287}" type="datetimeFigureOut">
              <a:rPr kumimoji="1" lang="ja-JP" altLang="en-US" smtClean="0"/>
              <a:t>2026/1/23</a:t>
            </a:fld>
            <a:endParaRPr kumimoji="1" lang="ja-JP" altLang="en-US"/>
          </a:p>
        </p:txBody>
      </p:sp>
      <p:sp>
        <p:nvSpPr>
          <p:cNvPr id="5" name="フッター プレースホルダー 4">
            <a:extLst>
              <a:ext uri="{FF2B5EF4-FFF2-40B4-BE49-F238E27FC236}">
                <a16:creationId xmlns:a16="http://schemas.microsoft.com/office/drawing/2014/main" id="{BAF237E4-5D51-F9FB-FF1D-7CAEDBFD229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88D1973-0BEC-03B0-D3E1-15F2E8EDB9DD}"/>
              </a:ext>
            </a:extLst>
          </p:cNvPr>
          <p:cNvSpPr>
            <a:spLocks noGrp="1"/>
          </p:cNvSpPr>
          <p:nvPr>
            <p:ph type="sldNum" sz="quarter" idx="12"/>
          </p:nvPr>
        </p:nvSpPr>
        <p:spPr/>
        <p:txBody>
          <a:bodyPr/>
          <a:lstStyle/>
          <a:p>
            <a:fld id="{4A1792CE-62BE-4C6A-B53D-1029FF274993}" type="slidenum">
              <a:rPr kumimoji="1" lang="ja-JP" altLang="en-US" smtClean="0"/>
              <a:t>‹#›</a:t>
            </a:fld>
            <a:endParaRPr kumimoji="1" lang="ja-JP" altLang="en-US"/>
          </a:p>
        </p:txBody>
      </p:sp>
    </p:spTree>
    <p:extLst>
      <p:ext uri="{BB962C8B-B14F-4D97-AF65-F5344CB8AC3E}">
        <p14:creationId xmlns:p14="http://schemas.microsoft.com/office/powerpoint/2010/main" val="142707046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A30A612-DA0F-F4C5-4842-78A28F72EC3E}"/>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DE4C2B3-71B4-255E-10D9-B807E3A2F73B}"/>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528CBF2-30C4-0089-64A0-B71D7D402B0D}"/>
              </a:ext>
            </a:extLst>
          </p:cNvPr>
          <p:cNvSpPr>
            <a:spLocks noGrp="1"/>
          </p:cNvSpPr>
          <p:nvPr>
            <p:ph type="dt" sz="half" idx="10"/>
          </p:nvPr>
        </p:nvSpPr>
        <p:spPr/>
        <p:txBody>
          <a:bodyPr/>
          <a:lstStyle/>
          <a:p>
            <a:fld id="{629A7DB7-30CF-4E98-A5C6-7BCAAD979287}" type="datetimeFigureOut">
              <a:rPr kumimoji="1" lang="ja-JP" altLang="en-US" smtClean="0"/>
              <a:t>2026/1/23</a:t>
            </a:fld>
            <a:endParaRPr kumimoji="1" lang="ja-JP" altLang="en-US"/>
          </a:p>
        </p:txBody>
      </p:sp>
      <p:sp>
        <p:nvSpPr>
          <p:cNvPr id="5" name="フッター プレースホルダー 4">
            <a:extLst>
              <a:ext uri="{FF2B5EF4-FFF2-40B4-BE49-F238E27FC236}">
                <a16:creationId xmlns:a16="http://schemas.microsoft.com/office/drawing/2014/main" id="{71E877F0-47EA-B7E1-EF08-3587C9B9E8E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8408D44-B089-A54C-4439-1759790DFC57}"/>
              </a:ext>
            </a:extLst>
          </p:cNvPr>
          <p:cNvSpPr>
            <a:spLocks noGrp="1"/>
          </p:cNvSpPr>
          <p:nvPr>
            <p:ph type="sldNum" sz="quarter" idx="12"/>
          </p:nvPr>
        </p:nvSpPr>
        <p:spPr/>
        <p:txBody>
          <a:bodyPr/>
          <a:lstStyle/>
          <a:p>
            <a:fld id="{4A1792CE-62BE-4C6A-B53D-1029FF274993}" type="slidenum">
              <a:rPr kumimoji="1" lang="ja-JP" altLang="en-US" smtClean="0"/>
              <a:t>‹#›</a:t>
            </a:fld>
            <a:endParaRPr kumimoji="1" lang="ja-JP" altLang="en-US"/>
          </a:p>
        </p:txBody>
      </p:sp>
    </p:spTree>
    <p:extLst>
      <p:ext uri="{BB962C8B-B14F-4D97-AF65-F5344CB8AC3E}">
        <p14:creationId xmlns:p14="http://schemas.microsoft.com/office/powerpoint/2010/main" val="46624744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8ECAE4A-BDC8-FC61-A46F-AF02A231ACA4}"/>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B019EC0-2E7D-9EC9-E08C-07AFDB1A892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CCDC0B92-EF98-52DA-2DEA-A5315809534E}"/>
              </a:ext>
            </a:extLst>
          </p:cNvPr>
          <p:cNvSpPr>
            <a:spLocks noGrp="1"/>
          </p:cNvSpPr>
          <p:nvPr>
            <p:ph type="dt" sz="half" idx="10"/>
          </p:nvPr>
        </p:nvSpPr>
        <p:spPr/>
        <p:txBody>
          <a:bodyPr/>
          <a:lstStyle/>
          <a:p>
            <a:fld id="{629A7DB7-30CF-4E98-A5C6-7BCAAD979287}" type="datetimeFigureOut">
              <a:rPr kumimoji="1" lang="ja-JP" altLang="en-US" smtClean="0"/>
              <a:t>2026/1/23</a:t>
            </a:fld>
            <a:endParaRPr kumimoji="1" lang="ja-JP" altLang="en-US"/>
          </a:p>
        </p:txBody>
      </p:sp>
      <p:sp>
        <p:nvSpPr>
          <p:cNvPr id="5" name="フッター プレースホルダー 4">
            <a:extLst>
              <a:ext uri="{FF2B5EF4-FFF2-40B4-BE49-F238E27FC236}">
                <a16:creationId xmlns:a16="http://schemas.microsoft.com/office/drawing/2014/main" id="{3057AE56-3DCC-1991-8D0D-99E4BA6BD5C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A6CB8DB-A86B-D82A-23A1-5BB111FDA5B8}"/>
              </a:ext>
            </a:extLst>
          </p:cNvPr>
          <p:cNvSpPr>
            <a:spLocks noGrp="1"/>
          </p:cNvSpPr>
          <p:nvPr>
            <p:ph type="sldNum" sz="quarter" idx="12"/>
          </p:nvPr>
        </p:nvSpPr>
        <p:spPr/>
        <p:txBody>
          <a:bodyPr/>
          <a:lstStyle/>
          <a:p>
            <a:fld id="{4A1792CE-62BE-4C6A-B53D-1029FF274993}" type="slidenum">
              <a:rPr kumimoji="1" lang="ja-JP" altLang="en-US" smtClean="0"/>
              <a:t>‹#›</a:t>
            </a:fld>
            <a:endParaRPr kumimoji="1" lang="ja-JP" altLang="en-US"/>
          </a:p>
        </p:txBody>
      </p:sp>
    </p:spTree>
    <p:extLst>
      <p:ext uri="{BB962C8B-B14F-4D97-AF65-F5344CB8AC3E}">
        <p14:creationId xmlns:p14="http://schemas.microsoft.com/office/powerpoint/2010/main" val="8609368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FBC1F85-407B-94DD-705D-8248F84ECF22}"/>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ECCE3B5-7A2A-BCC1-097A-958E6C4F1E38}"/>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B2F9D80A-2136-AA9F-A192-2130B926F20C}"/>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C50097C5-A7F2-D1ED-C676-617293C6BF64}"/>
              </a:ext>
            </a:extLst>
          </p:cNvPr>
          <p:cNvSpPr>
            <a:spLocks noGrp="1"/>
          </p:cNvSpPr>
          <p:nvPr>
            <p:ph type="dt" sz="half" idx="10"/>
          </p:nvPr>
        </p:nvSpPr>
        <p:spPr/>
        <p:txBody>
          <a:bodyPr/>
          <a:lstStyle/>
          <a:p>
            <a:fld id="{629A7DB7-30CF-4E98-A5C6-7BCAAD979287}" type="datetimeFigureOut">
              <a:rPr kumimoji="1" lang="ja-JP" altLang="en-US" smtClean="0"/>
              <a:t>2026/1/23</a:t>
            </a:fld>
            <a:endParaRPr kumimoji="1" lang="ja-JP" altLang="en-US"/>
          </a:p>
        </p:txBody>
      </p:sp>
      <p:sp>
        <p:nvSpPr>
          <p:cNvPr id="6" name="フッター プレースホルダー 5">
            <a:extLst>
              <a:ext uri="{FF2B5EF4-FFF2-40B4-BE49-F238E27FC236}">
                <a16:creationId xmlns:a16="http://schemas.microsoft.com/office/drawing/2014/main" id="{15B6EC7E-9A5E-2FD4-0E16-3D9EED34F5CD}"/>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1C16757-0F4A-FE29-B741-65D3F36D4B55}"/>
              </a:ext>
            </a:extLst>
          </p:cNvPr>
          <p:cNvSpPr>
            <a:spLocks noGrp="1"/>
          </p:cNvSpPr>
          <p:nvPr>
            <p:ph type="sldNum" sz="quarter" idx="12"/>
          </p:nvPr>
        </p:nvSpPr>
        <p:spPr/>
        <p:txBody>
          <a:bodyPr/>
          <a:lstStyle/>
          <a:p>
            <a:fld id="{4A1792CE-62BE-4C6A-B53D-1029FF274993}" type="slidenum">
              <a:rPr kumimoji="1" lang="ja-JP" altLang="en-US" smtClean="0"/>
              <a:t>‹#›</a:t>
            </a:fld>
            <a:endParaRPr kumimoji="1" lang="ja-JP" altLang="en-US"/>
          </a:p>
        </p:txBody>
      </p:sp>
    </p:spTree>
    <p:extLst>
      <p:ext uri="{BB962C8B-B14F-4D97-AF65-F5344CB8AC3E}">
        <p14:creationId xmlns:p14="http://schemas.microsoft.com/office/powerpoint/2010/main" val="1445948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E52CF64-6174-5B17-764F-BDF50E5B12EA}"/>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BEE36ED-B045-0599-A252-D85CE90F00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CB182EA4-6982-49BB-AC51-9136FA816328}"/>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3CBE73DD-DCF6-8147-AC74-89138156CD5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A69E9CCA-080A-F0B9-E544-E0C5DDF22012}"/>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48376AEA-6978-4468-256D-AC69E50B5628}"/>
              </a:ext>
            </a:extLst>
          </p:cNvPr>
          <p:cNvSpPr>
            <a:spLocks noGrp="1"/>
          </p:cNvSpPr>
          <p:nvPr>
            <p:ph type="dt" sz="half" idx="10"/>
          </p:nvPr>
        </p:nvSpPr>
        <p:spPr/>
        <p:txBody>
          <a:bodyPr/>
          <a:lstStyle/>
          <a:p>
            <a:fld id="{629A7DB7-30CF-4E98-A5C6-7BCAAD979287}" type="datetimeFigureOut">
              <a:rPr kumimoji="1" lang="ja-JP" altLang="en-US" smtClean="0"/>
              <a:t>2026/1/23</a:t>
            </a:fld>
            <a:endParaRPr kumimoji="1" lang="ja-JP" altLang="en-US"/>
          </a:p>
        </p:txBody>
      </p:sp>
      <p:sp>
        <p:nvSpPr>
          <p:cNvPr id="8" name="フッター プレースホルダー 7">
            <a:extLst>
              <a:ext uri="{FF2B5EF4-FFF2-40B4-BE49-F238E27FC236}">
                <a16:creationId xmlns:a16="http://schemas.microsoft.com/office/drawing/2014/main" id="{B9CCD248-73E4-DD01-1A1D-47D23FFB46E1}"/>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1CD78C5E-874E-3911-581B-4FC99F6D6646}"/>
              </a:ext>
            </a:extLst>
          </p:cNvPr>
          <p:cNvSpPr>
            <a:spLocks noGrp="1"/>
          </p:cNvSpPr>
          <p:nvPr>
            <p:ph type="sldNum" sz="quarter" idx="12"/>
          </p:nvPr>
        </p:nvSpPr>
        <p:spPr/>
        <p:txBody>
          <a:bodyPr/>
          <a:lstStyle/>
          <a:p>
            <a:fld id="{4A1792CE-62BE-4C6A-B53D-1029FF274993}" type="slidenum">
              <a:rPr kumimoji="1" lang="ja-JP" altLang="en-US" smtClean="0"/>
              <a:t>‹#›</a:t>
            </a:fld>
            <a:endParaRPr kumimoji="1" lang="ja-JP" altLang="en-US"/>
          </a:p>
        </p:txBody>
      </p:sp>
    </p:spTree>
    <p:extLst>
      <p:ext uri="{BB962C8B-B14F-4D97-AF65-F5344CB8AC3E}">
        <p14:creationId xmlns:p14="http://schemas.microsoft.com/office/powerpoint/2010/main" val="9208241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EC42155-EA5A-0931-AF8A-A0AC6E69F2A9}"/>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A27D77EA-48B7-DF13-9F58-D32FA1BF2FC4}"/>
              </a:ext>
            </a:extLst>
          </p:cNvPr>
          <p:cNvSpPr>
            <a:spLocks noGrp="1"/>
          </p:cNvSpPr>
          <p:nvPr>
            <p:ph type="dt" sz="half" idx="10"/>
          </p:nvPr>
        </p:nvSpPr>
        <p:spPr/>
        <p:txBody>
          <a:bodyPr/>
          <a:lstStyle/>
          <a:p>
            <a:fld id="{629A7DB7-30CF-4E98-A5C6-7BCAAD979287}" type="datetimeFigureOut">
              <a:rPr kumimoji="1" lang="ja-JP" altLang="en-US" smtClean="0"/>
              <a:t>2026/1/23</a:t>
            </a:fld>
            <a:endParaRPr kumimoji="1" lang="ja-JP" altLang="en-US"/>
          </a:p>
        </p:txBody>
      </p:sp>
      <p:sp>
        <p:nvSpPr>
          <p:cNvPr id="4" name="フッター プレースホルダー 3">
            <a:extLst>
              <a:ext uri="{FF2B5EF4-FFF2-40B4-BE49-F238E27FC236}">
                <a16:creationId xmlns:a16="http://schemas.microsoft.com/office/drawing/2014/main" id="{1EFE1D2D-8139-767A-AB6E-C6B45BAC5AE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687D8263-7994-35D1-6E29-5AE05AD29DF9}"/>
              </a:ext>
            </a:extLst>
          </p:cNvPr>
          <p:cNvSpPr>
            <a:spLocks noGrp="1"/>
          </p:cNvSpPr>
          <p:nvPr>
            <p:ph type="sldNum" sz="quarter" idx="12"/>
          </p:nvPr>
        </p:nvSpPr>
        <p:spPr/>
        <p:txBody>
          <a:bodyPr/>
          <a:lstStyle/>
          <a:p>
            <a:fld id="{4A1792CE-62BE-4C6A-B53D-1029FF274993}" type="slidenum">
              <a:rPr kumimoji="1" lang="ja-JP" altLang="en-US" smtClean="0"/>
              <a:t>‹#›</a:t>
            </a:fld>
            <a:endParaRPr kumimoji="1" lang="ja-JP" altLang="en-US"/>
          </a:p>
        </p:txBody>
      </p:sp>
    </p:spTree>
    <p:extLst>
      <p:ext uri="{BB962C8B-B14F-4D97-AF65-F5344CB8AC3E}">
        <p14:creationId xmlns:p14="http://schemas.microsoft.com/office/powerpoint/2010/main" val="2809338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A6E0F3FF-D790-83FF-94B3-6868102C8338}"/>
              </a:ext>
            </a:extLst>
          </p:cNvPr>
          <p:cNvSpPr>
            <a:spLocks noGrp="1"/>
          </p:cNvSpPr>
          <p:nvPr>
            <p:ph type="dt" sz="half" idx="10"/>
          </p:nvPr>
        </p:nvSpPr>
        <p:spPr/>
        <p:txBody>
          <a:bodyPr/>
          <a:lstStyle/>
          <a:p>
            <a:fld id="{629A7DB7-30CF-4E98-A5C6-7BCAAD979287}" type="datetimeFigureOut">
              <a:rPr kumimoji="1" lang="ja-JP" altLang="en-US" smtClean="0"/>
              <a:t>2026/1/23</a:t>
            </a:fld>
            <a:endParaRPr kumimoji="1" lang="ja-JP" altLang="en-US"/>
          </a:p>
        </p:txBody>
      </p:sp>
      <p:sp>
        <p:nvSpPr>
          <p:cNvPr id="3" name="フッター プレースホルダー 2">
            <a:extLst>
              <a:ext uri="{FF2B5EF4-FFF2-40B4-BE49-F238E27FC236}">
                <a16:creationId xmlns:a16="http://schemas.microsoft.com/office/drawing/2014/main" id="{4DA6D514-D4B2-2BA9-372C-B59BE99C58EF}"/>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E72AFDDA-4B95-6EE6-DDE4-D862768A9FE6}"/>
              </a:ext>
            </a:extLst>
          </p:cNvPr>
          <p:cNvSpPr>
            <a:spLocks noGrp="1"/>
          </p:cNvSpPr>
          <p:nvPr>
            <p:ph type="sldNum" sz="quarter" idx="12"/>
          </p:nvPr>
        </p:nvSpPr>
        <p:spPr/>
        <p:txBody>
          <a:bodyPr/>
          <a:lstStyle/>
          <a:p>
            <a:fld id="{4A1792CE-62BE-4C6A-B53D-1029FF274993}" type="slidenum">
              <a:rPr kumimoji="1" lang="ja-JP" altLang="en-US" smtClean="0"/>
              <a:t>‹#›</a:t>
            </a:fld>
            <a:endParaRPr kumimoji="1" lang="ja-JP" altLang="en-US"/>
          </a:p>
        </p:txBody>
      </p:sp>
    </p:spTree>
    <p:extLst>
      <p:ext uri="{BB962C8B-B14F-4D97-AF65-F5344CB8AC3E}">
        <p14:creationId xmlns:p14="http://schemas.microsoft.com/office/powerpoint/2010/main" val="6710968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8FEFC45-850E-711F-B88F-E221C99AD83C}"/>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56E5BCF-1552-4928-C2E1-DC588A9925A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54EBE07E-BA17-C4EB-B8A4-99FA751309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7DB9C64A-E609-8FF1-24AB-3F679A4F1BDC}"/>
              </a:ext>
            </a:extLst>
          </p:cNvPr>
          <p:cNvSpPr>
            <a:spLocks noGrp="1"/>
          </p:cNvSpPr>
          <p:nvPr>
            <p:ph type="dt" sz="half" idx="10"/>
          </p:nvPr>
        </p:nvSpPr>
        <p:spPr/>
        <p:txBody>
          <a:bodyPr/>
          <a:lstStyle/>
          <a:p>
            <a:fld id="{629A7DB7-30CF-4E98-A5C6-7BCAAD979287}" type="datetimeFigureOut">
              <a:rPr kumimoji="1" lang="ja-JP" altLang="en-US" smtClean="0"/>
              <a:t>2026/1/23</a:t>
            </a:fld>
            <a:endParaRPr kumimoji="1" lang="ja-JP" altLang="en-US"/>
          </a:p>
        </p:txBody>
      </p:sp>
      <p:sp>
        <p:nvSpPr>
          <p:cNvPr id="6" name="フッター プレースホルダー 5">
            <a:extLst>
              <a:ext uri="{FF2B5EF4-FFF2-40B4-BE49-F238E27FC236}">
                <a16:creationId xmlns:a16="http://schemas.microsoft.com/office/drawing/2014/main" id="{A69A2700-7B26-6F27-43B9-F4CB4C357BCD}"/>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3CC3DEE6-0BC1-4C91-C547-638D55591A35}"/>
              </a:ext>
            </a:extLst>
          </p:cNvPr>
          <p:cNvSpPr>
            <a:spLocks noGrp="1"/>
          </p:cNvSpPr>
          <p:nvPr>
            <p:ph type="sldNum" sz="quarter" idx="12"/>
          </p:nvPr>
        </p:nvSpPr>
        <p:spPr/>
        <p:txBody>
          <a:bodyPr/>
          <a:lstStyle/>
          <a:p>
            <a:fld id="{4A1792CE-62BE-4C6A-B53D-1029FF274993}" type="slidenum">
              <a:rPr kumimoji="1" lang="ja-JP" altLang="en-US" smtClean="0"/>
              <a:t>‹#›</a:t>
            </a:fld>
            <a:endParaRPr kumimoji="1" lang="ja-JP" altLang="en-US"/>
          </a:p>
        </p:txBody>
      </p:sp>
    </p:spTree>
    <p:extLst>
      <p:ext uri="{BB962C8B-B14F-4D97-AF65-F5344CB8AC3E}">
        <p14:creationId xmlns:p14="http://schemas.microsoft.com/office/powerpoint/2010/main" val="36950377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7C7AFBB-8608-DCBE-D5AD-332054C4CDEF}"/>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70B6545C-D1C3-2731-3BF2-20A6A99C983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5582625B-3EEC-94E3-13D4-72BD7E2C4F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88459A89-339B-A106-265C-B3B827358CDB}"/>
              </a:ext>
            </a:extLst>
          </p:cNvPr>
          <p:cNvSpPr>
            <a:spLocks noGrp="1"/>
          </p:cNvSpPr>
          <p:nvPr>
            <p:ph type="dt" sz="half" idx="10"/>
          </p:nvPr>
        </p:nvSpPr>
        <p:spPr/>
        <p:txBody>
          <a:bodyPr/>
          <a:lstStyle/>
          <a:p>
            <a:fld id="{629A7DB7-30CF-4E98-A5C6-7BCAAD979287}" type="datetimeFigureOut">
              <a:rPr kumimoji="1" lang="ja-JP" altLang="en-US" smtClean="0"/>
              <a:t>2026/1/23</a:t>
            </a:fld>
            <a:endParaRPr kumimoji="1" lang="ja-JP" altLang="en-US"/>
          </a:p>
        </p:txBody>
      </p:sp>
      <p:sp>
        <p:nvSpPr>
          <p:cNvPr id="6" name="フッター プレースホルダー 5">
            <a:extLst>
              <a:ext uri="{FF2B5EF4-FFF2-40B4-BE49-F238E27FC236}">
                <a16:creationId xmlns:a16="http://schemas.microsoft.com/office/drawing/2014/main" id="{76E0AF66-4501-AC0B-DEDC-C140C2CB41C7}"/>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2B9103D6-2872-2059-1527-743F3FBBACA1}"/>
              </a:ext>
            </a:extLst>
          </p:cNvPr>
          <p:cNvSpPr>
            <a:spLocks noGrp="1"/>
          </p:cNvSpPr>
          <p:nvPr>
            <p:ph type="sldNum" sz="quarter" idx="12"/>
          </p:nvPr>
        </p:nvSpPr>
        <p:spPr/>
        <p:txBody>
          <a:bodyPr/>
          <a:lstStyle/>
          <a:p>
            <a:fld id="{4A1792CE-62BE-4C6A-B53D-1029FF274993}" type="slidenum">
              <a:rPr kumimoji="1" lang="ja-JP" altLang="en-US" smtClean="0"/>
              <a:t>‹#›</a:t>
            </a:fld>
            <a:endParaRPr kumimoji="1" lang="ja-JP" altLang="en-US"/>
          </a:p>
        </p:txBody>
      </p:sp>
    </p:spTree>
    <p:extLst>
      <p:ext uri="{BB962C8B-B14F-4D97-AF65-F5344CB8AC3E}">
        <p14:creationId xmlns:p14="http://schemas.microsoft.com/office/powerpoint/2010/main" val="3298938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4FB670C-B30F-7649-42BA-E09573A65DA7}"/>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A7235A0-0722-4299-1CCB-2ADC1DD9CC08}"/>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22FBFF7-0723-F191-6D99-A0C09C44A843}"/>
              </a:ext>
            </a:extLst>
          </p:cNvPr>
          <p:cNvSpPr>
            <a:spLocks noGrp="1"/>
          </p:cNvSpPr>
          <p:nvPr>
            <p:ph type="dt" sz="half" idx="10"/>
          </p:nvPr>
        </p:nvSpPr>
        <p:spPr/>
        <p:txBody>
          <a:bodyPr/>
          <a:lstStyle/>
          <a:p>
            <a:fld id="{629A7DB7-30CF-4E98-A5C6-7BCAAD979287}" type="datetimeFigureOut">
              <a:rPr kumimoji="1" lang="ja-JP" altLang="en-US" smtClean="0"/>
              <a:t>2026/1/23</a:t>
            </a:fld>
            <a:endParaRPr kumimoji="1" lang="ja-JP" altLang="en-US"/>
          </a:p>
        </p:txBody>
      </p:sp>
      <p:sp>
        <p:nvSpPr>
          <p:cNvPr id="5" name="フッター プレースホルダー 4">
            <a:extLst>
              <a:ext uri="{FF2B5EF4-FFF2-40B4-BE49-F238E27FC236}">
                <a16:creationId xmlns:a16="http://schemas.microsoft.com/office/drawing/2014/main" id="{443A8CCA-5E2C-2FC7-5EB6-8F5F7E7EEBE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C8DC1C4-3ACD-1A12-97DC-3BC2F460CF66}"/>
              </a:ext>
            </a:extLst>
          </p:cNvPr>
          <p:cNvSpPr>
            <a:spLocks noGrp="1"/>
          </p:cNvSpPr>
          <p:nvPr>
            <p:ph type="sldNum" sz="quarter" idx="12"/>
          </p:nvPr>
        </p:nvSpPr>
        <p:spPr/>
        <p:txBody>
          <a:bodyPr/>
          <a:lstStyle/>
          <a:p>
            <a:fld id="{4A1792CE-62BE-4C6A-B53D-1029FF274993}" type="slidenum">
              <a:rPr kumimoji="1" lang="ja-JP" altLang="en-US" smtClean="0"/>
              <a:t>‹#›</a:t>
            </a:fld>
            <a:endParaRPr kumimoji="1" lang="ja-JP" altLang="en-US"/>
          </a:p>
        </p:txBody>
      </p:sp>
    </p:spTree>
    <p:extLst>
      <p:ext uri="{BB962C8B-B14F-4D97-AF65-F5344CB8AC3E}">
        <p14:creationId xmlns:p14="http://schemas.microsoft.com/office/powerpoint/2010/main" val="1041117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18E0EE2B-022F-D6C1-AA42-21B608853D48}"/>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68B1C78-9FF5-DEEA-3555-C076B74C482C}"/>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B657EA7-7863-D7A4-8E35-ADF93A06E5DE}"/>
              </a:ext>
            </a:extLst>
          </p:cNvPr>
          <p:cNvSpPr>
            <a:spLocks noGrp="1"/>
          </p:cNvSpPr>
          <p:nvPr>
            <p:ph type="dt" sz="half" idx="10"/>
          </p:nvPr>
        </p:nvSpPr>
        <p:spPr/>
        <p:txBody>
          <a:bodyPr/>
          <a:lstStyle/>
          <a:p>
            <a:fld id="{629A7DB7-30CF-4E98-A5C6-7BCAAD979287}" type="datetimeFigureOut">
              <a:rPr kumimoji="1" lang="ja-JP" altLang="en-US" smtClean="0"/>
              <a:t>2026/1/23</a:t>
            </a:fld>
            <a:endParaRPr kumimoji="1" lang="ja-JP" altLang="en-US"/>
          </a:p>
        </p:txBody>
      </p:sp>
      <p:sp>
        <p:nvSpPr>
          <p:cNvPr id="5" name="フッター プレースホルダー 4">
            <a:extLst>
              <a:ext uri="{FF2B5EF4-FFF2-40B4-BE49-F238E27FC236}">
                <a16:creationId xmlns:a16="http://schemas.microsoft.com/office/drawing/2014/main" id="{6A607C6B-24CC-B6F8-1903-26DB5364F6B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FDFBCFC-AF5B-E8FC-5D21-3BEDC9046499}"/>
              </a:ext>
            </a:extLst>
          </p:cNvPr>
          <p:cNvSpPr>
            <a:spLocks noGrp="1"/>
          </p:cNvSpPr>
          <p:nvPr>
            <p:ph type="sldNum" sz="quarter" idx="12"/>
          </p:nvPr>
        </p:nvSpPr>
        <p:spPr/>
        <p:txBody>
          <a:bodyPr/>
          <a:lstStyle/>
          <a:p>
            <a:fld id="{4A1792CE-62BE-4C6A-B53D-1029FF274993}" type="slidenum">
              <a:rPr kumimoji="1" lang="ja-JP" altLang="en-US" smtClean="0"/>
              <a:t>‹#›</a:t>
            </a:fld>
            <a:endParaRPr kumimoji="1" lang="ja-JP" altLang="en-US"/>
          </a:p>
        </p:txBody>
      </p:sp>
    </p:spTree>
    <p:extLst>
      <p:ext uri="{BB962C8B-B14F-4D97-AF65-F5344CB8AC3E}">
        <p14:creationId xmlns:p14="http://schemas.microsoft.com/office/powerpoint/2010/main" val="16642027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タイトル、コンテンツ 6">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C7433D9-FD02-59E2-0F81-A0B7201D2DA0}"/>
              </a:ext>
            </a:extLst>
          </p:cNvPr>
          <p:cNvSpPr>
            <a:spLocks noGrp="1"/>
          </p:cNvSpPr>
          <p:nvPr>
            <p:ph type="title" hasCustomPrompt="1"/>
          </p:nvPr>
        </p:nvSpPr>
        <p:spPr>
          <a:xfrm>
            <a:off x="429768" y="640080"/>
            <a:ext cx="3493008" cy="3621024"/>
          </a:xfrm>
        </p:spPr>
        <p:txBody>
          <a:bodyPr vert="horz" lIns="91440" tIns="45720" rIns="91440" bIns="45720" rtlCol="0" anchor="t">
            <a:normAutofit/>
          </a:bodyPr>
          <a:lstStyle>
            <a:lvl1pPr>
              <a:defRPr lang="en-US" dirty="0">
                <a:latin typeface="Meiryo UI" panose="020B0604030504040204" pitchFamily="34" charset="-128"/>
                <a:ea typeface="Meiryo UI" panose="020B0604030504040204" pitchFamily="34" charset="-128"/>
              </a:defRPr>
            </a:lvl1pPr>
          </a:lstStyle>
          <a:p>
            <a:pPr lvl="0" rtl="0"/>
            <a:r>
              <a:rPr lang="ja"/>
              <a:t>マスター タイトルの書式設定</a:t>
            </a:r>
          </a:p>
        </p:txBody>
      </p:sp>
      <p:sp>
        <p:nvSpPr>
          <p:cNvPr id="8" name="コンテンツ プレースホルダー 7">
            <a:extLst>
              <a:ext uri="{FF2B5EF4-FFF2-40B4-BE49-F238E27FC236}">
                <a16:creationId xmlns:a16="http://schemas.microsoft.com/office/drawing/2014/main" id="{8C71126E-AEFA-B45A-CD39-AC1315E03339}"/>
              </a:ext>
            </a:extLst>
          </p:cNvPr>
          <p:cNvSpPr>
            <a:spLocks noGrp="1"/>
          </p:cNvSpPr>
          <p:nvPr>
            <p:ph sz="quarter" idx="13" hasCustomPrompt="1"/>
          </p:nvPr>
        </p:nvSpPr>
        <p:spPr>
          <a:xfrm>
            <a:off x="4425696" y="640080"/>
            <a:ext cx="7159752" cy="5719763"/>
          </a:xfrm>
        </p:spPr>
        <p:txBody>
          <a:bodyPr rtlCol="0">
            <a:normAutofit/>
          </a:bodyPr>
          <a:lstStyle>
            <a:lvl1pPr>
              <a:defRPr>
                <a:latin typeface="Meiryo UI" panose="020B0604030504040204" pitchFamily="34" charset="-128"/>
                <a:ea typeface="Meiryo UI" panose="020B0604030504040204" pitchFamily="34" charset="-128"/>
              </a:defRPr>
            </a:lvl1pPr>
            <a:lvl2pPr>
              <a:defRPr>
                <a:latin typeface="Meiryo UI" panose="020B0604030504040204" pitchFamily="34" charset="-128"/>
                <a:ea typeface="Meiryo UI" panose="020B0604030504040204" pitchFamily="34" charset="-128"/>
              </a:defRPr>
            </a:lvl2pPr>
            <a:lvl3pPr>
              <a:defRPr>
                <a:latin typeface="Meiryo UI" panose="020B0604030504040204" pitchFamily="34" charset="-128"/>
                <a:ea typeface="Meiryo UI" panose="020B0604030504040204" pitchFamily="34" charset="-128"/>
              </a:defRPr>
            </a:lvl3pPr>
            <a:lvl4pPr>
              <a:defRPr>
                <a:latin typeface="Meiryo UI" panose="020B0604030504040204" pitchFamily="34" charset="-128"/>
                <a:ea typeface="Meiryo UI" panose="020B0604030504040204" pitchFamily="34" charset="-128"/>
              </a:defRPr>
            </a:lvl4pPr>
            <a:lvl5pPr>
              <a:defRPr>
                <a:latin typeface="Meiryo UI" panose="020B0604030504040204" pitchFamily="34" charset="-128"/>
                <a:ea typeface="Meiryo UI" panose="020B0604030504040204" pitchFamily="34" charset="-128"/>
              </a:defRPr>
            </a:lvl5pPr>
          </a:lstStyle>
          <a:p>
            <a:pPr lvl="0" rtl="0"/>
            <a:r>
              <a:rPr lang="ja"/>
              <a:t>クリックしてマスター テキストのスタイルを編集</a:t>
            </a:r>
          </a:p>
          <a:p>
            <a:pPr lvl="1" rtl="0"/>
            <a:r>
              <a:rPr lang="ja"/>
              <a:t>第 2 レベル</a:t>
            </a:r>
          </a:p>
          <a:p>
            <a:pPr lvl="2" rtl="0"/>
            <a:r>
              <a:rPr lang="ja"/>
              <a:t>第 3 レベル</a:t>
            </a:r>
          </a:p>
          <a:p>
            <a:pPr lvl="3" rtl="0"/>
            <a:r>
              <a:rPr lang="ja"/>
              <a:t>第 4 レベル</a:t>
            </a:r>
          </a:p>
          <a:p>
            <a:pPr lvl="4" rtl="0"/>
            <a:r>
              <a:rPr lang="ja"/>
              <a:t>第 5 レベル</a:t>
            </a:r>
          </a:p>
        </p:txBody>
      </p:sp>
      <p:sp>
        <p:nvSpPr>
          <p:cNvPr id="4" name="日付プレースホルダー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2025 年 2 月 20 日</a:t>
            </a:r>
          </a:p>
        </p:txBody>
      </p:sp>
      <p:sp>
        <p:nvSpPr>
          <p:cNvPr id="5" name="フッター プレースホルダー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normAutofit/>
          </a:bodyPr>
          <a:lstStyle>
            <a:lvl1pPr>
              <a:defRPr>
                <a:latin typeface="Meiryo UI" panose="020B0604030504040204" pitchFamily="34" charset="-128"/>
                <a:ea typeface="Meiryo UI" panose="020B0604030504040204" pitchFamily="34" charset="-128"/>
              </a:defRPr>
            </a:lvl1pPr>
          </a:lstStyle>
          <a:p>
            <a:r>
              <a:rPr lang="ja"/>
              <a:t>サンプル フッター テキスト</a:t>
            </a:r>
          </a:p>
        </p:txBody>
      </p:sp>
      <p:sp>
        <p:nvSpPr>
          <p:cNvPr id="6" name="スライド番号プレースホルダー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CC057153-B650-4DEB-B370-79DDCFDCE934}" type="slidenum">
              <a:rPr lang="en-US" smtClean="0"/>
              <a:t>‹#›</a:t>
            </a:fld>
            <a:endParaRPr lang="en-US"/>
          </a:p>
        </p:txBody>
      </p:sp>
    </p:spTree>
    <p:extLst>
      <p:ext uri="{BB962C8B-B14F-4D97-AF65-F5344CB8AC3E}">
        <p14:creationId xmlns:p14="http://schemas.microsoft.com/office/powerpoint/2010/main" val="38322473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68D1464A-36DE-5CA2-18A8-0AA51DCB47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6EC48E8-92F8-FC53-9FBF-2B674013C05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4754EED-BC88-FCF0-E5C8-B55B778CE0F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29A7DB7-30CF-4E98-A5C6-7BCAAD979287}" type="datetimeFigureOut">
              <a:rPr kumimoji="1" lang="ja-JP" altLang="en-US" smtClean="0"/>
              <a:t>2026/1/23</a:t>
            </a:fld>
            <a:endParaRPr kumimoji="1" lang="ja-JP" altLang="en-US"/>
          </a:p>
        </p:txBody>
      </p:sp>
      <p:sp>
        <p:nvSpPr>
          <p:cNvPr id="5" name="フッター プレースホルダー 4">
            <a:extLst>
              <a:ext uri="{FF2B5EF4-FFF2-40B4-BE49-F238E27FC236}">
                <a16:creationId xmlns:a16="http://schemas.microsoft.com/office/drawing/2014/main" id="{D0E45D0E-988F-284D-090C-9772BD35261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1B6EBD3-CA2E-4CE1-0675-E9D30E8626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A1792CE-62BE-4C6A-B53D-1029FF274993}" type="slidenum">
              <a:rPr kumimoji="1" lang="ja-JP" altLang="en-US" smtClean="0"/>
              <a:t>‹#›</a:t>
            </a:fld>
            <a:endParaRPr kumimoji="1" lang="ja-JP" altLang="en-US"/>
          </a:p>
        </p:txBody>
      </p:sp>
    </p:spTree>
    <p:extLst>
      <p:ext uri="{BB962C8B-B14F-4D97-AF65-F5344CB8AC3E}">
        <p14:creationId xmlns:p14="http://schemas.microsoft.com/office/powerpoint/2010/main" val="14914770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hyperlink" Target="https://github.com/y2tvqkrz7r-debug/ctea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46C7468-D1BE-E0CC-193D-5175E60564E1}"/>
              </a:ext>
            </a:extLst>
          </p:cNvPr>
          <p:cNvSpPr>
            <a:spLocks noGrp="1"/>
          </p:cNvSpPr>
          <p:nvPr>
            <p:ph type="ctrTitle"/>
          </p:nvPr>
        </p:nvSpPr>
        <p:spPr/>
        <p:txBody>
          <a:bodyPr/>
          <a:lstStyle/>
          <a:p>
            <a:r>
              <a:rPr lang="ja-JP" altLang="en-US"/>
              <a:t>メモ管理システム</a:t>
            </a:r>
            <a:r>
              <a:rPr kumimoji="1" lang="ja-JP" altLang="en-US"/>
              <a:t>　</a:t>
            </a:r>
            <a:r>
              <a:rPr kumimoji="1" lang="en-US" altLang="ja-JP" err="1"/>
              <a:t>team_sea</a:t>
            </a:r>
            <a:endParaRPr kumimoji="1" lang="ja-JP" altLang="en-US"/>
          </a:p>
        </p:txBody>
      </p:sp>
      <p:sp>
        <p:nvSpPr>
          <p:cNvPr id="3" name="字幕 2">
            <a:extLst>
              <a:ext uri="{FF2B5EF4-FFF2-40B4-BE49-F238E27FC236}">
                <a16:creationId xmlns:a16="http://schemas.microsoft.com/office/drawing/2014/main" id="{D5E5754D-C1C9-9266-E5EB-E0123B4836DD}"/>
              </a:ext>
            </a:extLst>
          </p:cNvPr>
          <p:cNvSpPr>
            <a:spLocks noGrp="1"/>
          </p:cNvSpPr>
          <p:nvPr>
            <p:ph type="subTitle" idx="1"/>
          </p:nvPr>
        </p:nvSpPr>
        <p:spPr>
          <a:xfrm>
            <a:off x="6803136" y="4407408"/>
            <a:ext cx="3864864" cy="850392"/>
          </a:xfrm>
        </p:spPr>
        <p:txBody>
          <a:bodyPr>
            <a:normAutofit lnSpcReduction="10000"/>
          </a:bodyPr>
          <a:lstStyle/>
          <a:p>
            <a:pPr algn="l"/>
            <a:endParaRPr lang="en-US" altLang="ja-JP" dirty="0"/>
          </a:p>
          <a:p>
            <a:r>
              <a:rPr lang="en-US" altLang="ja-JP" dirty="0">
                <a:hlinkClick r:id="rId2"/>
              </a:rPr>
              <a:t>y2tvqkrz7r-debug/</a:t>
            </a:r>
            <a:r>
              <a:rPr lang="en-US" altLang="ja-JP" dirty="0" err="1">
                <a:hlinkClick r:id="rId2"/>
              </a:rPr>
              <a:t>cteam</a:t>
            </a:r>
            <a:endParaRPr lang="en-US" altLang="ja-JP" dirty="0"/>
          </a:p>
          <a:p>
            <a:endParaRPr lang="en-US" altLang="ja-JP" dirty="0"/>
          </a:p>
        </p:txBody>
      </p:sp>
      <p:sp>
        <p:nvSpPr>
          <p:cNvPr id="4" name="テキスト ボックス 3">
            <a:extLst>
              <a:ext uri="{FF2B5EF4-FFF2-40B4-BE49-F238E27FC236}">
                <a16:creationId xmlns:a16="http://schemas.microsoft.com/office/drawing/2014/main" id="{F1D2BFCC-E199-B7ED-52A4-8FED67159439}"/>
              </a:ext>
            </a:extLst>
          </p:cNvPr>
          <p:cNvSpPr txBox="1"/>
          <p:nvPr/>
        </p:nvSpPr>
        <p:spPr>
          <a:xfrm>
            <a:off x="1682496" y="4611469"/>
            <a:ext cx="4486656" cy="646331"/>
          </a:xfrm>
          <a:prstGeom prst="rect">
            <a:avLst/>
          </a:prstGeom>
          <a:noFill/>
        </p:spPr>
        <p:txBody>
          <a:bodyPr wrap="square" rtlCol="0">
            <a:spAutoFit/>
          </a:bodyPr>
          <a:lstStyle/>
          <a:p>
            <a:r>
              <a:rPr kumimoji="1" lang="ja-JP" altLang="en-US"/>
              <a:t>班メンバー　海野純也　</a:t>
            </a:r>
            <a:r>
              <a:rPr kumimoji="1" lang="en-US" altLang="ja-JP"/>
              <a:t>2342025</a:t>
            </a:r>
          </a:p>
          <a:p>
            <a:r>
              <a:rPr lang="ja-JP" altLang="en-US"/>
              <a:t>　　　　　　森口弘貴　</a:t>
            </a:r>
            <a:r>
              <a:rPr lang="en-US" altLang="ja-JP"/>
              <a:t>2342108</a:t>
            </a:r>
            <a:endParaRPr kumimoji="1" lang="ja-JP" altLang="en-US"/>
          </a:p>
        </p:txBody>
      </p:sp>
    </p:spTree>
    <p:extLst>
      <p:ext uri="{BB962C8B-B14F-4D97-AF65-F5344CB8AC3E}">
        <p14:creationId xmlns:p14="http://schemas.microsoft.com/office/powerpoint/2010/main" val="3115982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F4789C-E4A5-E93F-F589-782B35B27C0B}"/>
              </a:ext>
            </a:extLst>
          </p:cNvPr>
          <p:cNvSpPr>
            <a:spLocks noGrp="1"/>
          </p:cNvSpPr>
          <p:nvPr>
            <p:ph type="title"/>
          </p:nvPr>
        </p:nvSpPr>
        <p:spPr/>
        <p:txBody>
          <a:bodyPr/>
          <a:lstStyle/>
          <a:p>
            <a:r>
              <a:rPr lang="ja-JP" altLang="en-US" dirty="0"/>
              <a:t>企画</a:t>
            </a:r>
            <a:endParaRPr kumimoji="1" lang="ja-JP" altLang="en-US" dirty="0"/>
          </a:p>
        </p:txBody>
      </p:sp>
      <p:sp>
        <p:nvSpPr>
          <p:cNvPr id="3" name="コンテンツ プレースホルダー 2">
            <a:extLst>
              <a:ext uri="{FF2B5EF4-FFF2-40B4-BE49-F238E27FC236}">
                <a16:creationId xmlns:a16="http://schemas.microsoft.com/office/drawing/2014/main" id="{AD0E2682-FE63-9B3E-1BB2-E344EA5443BC}"/>
              </a:ext>
            </a:extLst>
          </p:cNvPr>
          <p:cNvSpPr>
            <a:spLocks noGrp="1"/>
          </p:cNvSpPr>
          <p:nvPr>
            <p:ph idx="1"/>
          </p:nvPr>
        </p:nvSpPr>
        <p:spPr/>
        <p:txBody>
          <a:bodyPr/>
          <a:lstStyle/>
          <a:p>
            <a:r>
              <a:rPr kumimoji="1" lang="ja-JP" altLang="en-US" dirty="0"/>
              <a:t>現代の学生・社会人は、学習内容やアイデア、パスワードをメモとして保存しており、メモの重要性が高い</a:t>
            </a:r>
            <a:endParaRPr kumimoji="1" lang="en-US" altLang="ja-JP" dirty="0"/>
          </a:p>
          <a:p>
            <a:endParaRPr kumimoji="1" lang="en-US" altLang="ja-JP" dirty="0"/>
          </a:p>
          <a:p>
            <a:pPr marL="0" indent="0">
              <a:buNone/>
            </a:pPr>
            <a:r>
              <a:rPr kumimoji="1" lang="ja-JP" altLang="en-US" dirty="0"/>
              <a:t>→シンプルさと高速化に特化したメモは需要があるのではないか</a:t>
            </a:r>
            <a:endParaRPr kumimoji="1" lang="en-US" altLang="ja-JP" dirty="0"/>
          </a:p>
          <a:p>
            <a:pPr marL="0" indent="0">
              <a:buNone/>
            </a:pPr>
            <a:endParaRPr kumimoji="1" lang="en-US" altLang="ja-JP" sz="3600" dirty="0"/>
          </a:p>
          <a:p>
            <a:pPr marL="0" indent="0">
              <a:buNone/>
            </a:pPr>
            <a:r>
              <a:rPr lang="en-US" altLang="ja-JP" sz="3600" dirty="0"/>
              <a:t>      </a:t>
            </a:r>
            <a:r>
              <a:rPr kumimoji="1" lang="en-US" altLang="ja-JP" sz="3600" dirty="0" err="1"/>
              <a:t>FastAPI×PostgreSQL</a:t>
            </a:r>
            <a:r>
              <a:rPr kumimoji="1" lang="ja-JP" altLang="en-US" sz="3600" dirty="0"/>
              <a:t>の「メモ管理アプリ」</a:t>
            </a:r>
            <a:endParaRPr kumimoji="1" lang="ja-JP" altLang="en-US" dirty="0"/>
          </a:p>
        </p:txBody>
      </p:sp>
    </p:spTree>
    <p:extLst>
      <p:ext uri="{BB962C8B-B14F-4D97-AF65-F5344CB8AC3E}">
        <p14:creationId xmlns:p14="http://schemas.microsoft.com/office/powerpoint/2010/main" val="34271502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88B53C8F-1521-4E7C-BE19-1842DE170F56}"/>
              </a:ext>
            </a:extLst>
          </p:cNvPr>
          <p:cNvGraphicFramePr>
            <a:graphicFrameLocks noGrp="1"/>
          </p:cNvGraphicFramePr>
          <p:nvPr>
            <p:ph sz="quarter" idx="13"/>
          </p:nvPr>
        </p:nvGraphicFramePr>
        <p:xfrm>
          <a:off x="4425696" y="1210967"/>
          <a:ext cx="7159752" cy="4577996"/>
        </p:xfrm>
        <a:graphic>
          <a:graphicData uri="http://schemas.openxmlformats.org/drawingml/2006/table">
            <a:tbl>
              <a:tblPr firstRow="1" bandRow="1">
                <a:noFill/>
                <a:tableStyleId>{5C22544A-7EE6-4342-B048-85BDC9FD1C3A}</a:tableStyleId>
              </a:tblPr>
              <a:tblGrid>
                <a:gridCol w="2479621">
                  <a:extLst>
                    <a:ext uri="{9D8B030D-6E8A-4147-A177-3AD203B41FA5}">
                      <a16:colId xmlns:a16="http://schemas.microsoft.com/office/drawing/2014/main" val="1608691211"/>
                    </a:ext>
                  </a:extLst>
                </a:gridCol>
                <a:gridCol w="4680131">
                  <a:extLst>
                    <a:ext uri="{9D8B030D-6E8A-4147-A177-3AD203B41FA5}">
                      <a16:colId xmlns:a16="http://schemas.microsoft.com/office/drawing/2014/main" val="1696241980"/>
                    </a:ext>
                  </a:extLst>
                </a:gridCol>
              </a:tblGrid>
              <a:tr h="703712">
                <a:tc>
                  <a:txBody>
                    <a:bodyPr/>
                    <a:lstStyle/>
                    <a:p>
                      <a:pPr>
                        <a:buNone/>
                      </a:pPr>
                      <a:r>
                        <a:rPr lang="ja-JP" altLang="en-US" sz="2000" b="1" cap="all" spc="150">
                          <a:solidFill>
                            <a:schemeClr val="tx1"/>
                          </a:solidFill>
                        </a:rPr>
                        <a:t>項目</a:t>
                      </a:r>
                    </a:p>
                  </a:txBody>
                  <a:tcPr marL="173995" marR="173995" marT="173995" marB="173995" anchor="ctr">
                    <a:lnL w="12700" cmpd="sng">
                      <a:noFill/>
                    </a:lnL>
                    <a:lnR w="12700" cmpd="sng">
                      <a:noFill/>
                    </a:lnR>
                    <a:lnT w="6350" cap="flat" cmpd="sng" algn="ctr">
                      <a:noFill/>
                      <a:prstDash val="solid"/>
                    </a:lnT>
                    <a:lnB w="19050" cap="flat" cmpd="sng" algn="ctr">
                      <a:solidFill>
                        <a:schemeClr val="accent1"/>
                      </a:solidFill>
                      <a:prstDash val="solid"/>
                    </a:lnB>
                    <a:noFill/>
                  </a:tcPr>
                </a:tc>
                <a:tc>
                  <a:txBody>
                    <a:bodyPr/>
                    <a:lstStyle/>
                    <a:p>
                      <a:pPr>
                        <a:buNone/>
                      </a:pPr>
                      <a:r>
                        <a:rPr lang="ja-JP" altLang="en-US" sz="2000" b="1" cap="all" spc="150">
                          <a:solidFill>
                            <a:schemeClr val="tx1"/>
                          </a:solidFill>
                        </a:rPr>
                        <a:t>内容</a:t>
                      </a:r>
                    </a:p>
                  </a:txBody>
                  <a:tcPr marL="173995" marR="173995" marT="173995" marB="173995" anchor="ctr">
                    <a:lnL w="12700" cmpd="sng">
                      <a:noFill/>
                    </a:lnL>
                    <a:lnR w="12700" cmpd="sng">
                      <a:noFill/>
                    </a:lnR>
                    <a:lnT w="6350" cap="flat" cmpd="sng" algn="ctr">
                      <a:noFill/>
                      <a:prstDash val="solid"/>
                    </a:lnT>
                    <a:lnB w="19050" cap="flat" cmpd="sng" algn="ctr">
                      <a:solidFill>
                        <a:schemeClr val="accent1"/>
                      </a:solidFill>
                      <a:prstDash val="solid"/>
                    </a:lnB>
                    <a:noFill/>
                  </a:tcPr>
                </a:tc>
                <a:extLst>
                  <a:ext uri="{0D108BD9-81ED-4DB2-BD59-A6C34878D82A}">
                    <a16:rowId xmlns:a16="http://schemas.microsoft.com/office/drawing/2014/main" val="3461430526"/>
                  </a:ext>
                </a:extLst>
              </a:tr>
              <a:tr h="645714">
                <a:tc>
                  <a:txBody>
                    <a:bodyPr/>
                    <a:lstStyle/>
                    <a:p>
                      <a:pPr>
                        <a:buNone/>
                      </a:pPr>
                      <a:r>
                        <a:rPr lang="ja-JP" altLang="en-US" sz="1600" b="1" cap="none" spc="0">
                          <a:solidFill>
                            <a:schemeClr val="tx1"/>
                          </a:solidFill>
                        </a:rPr>
                        <a:t>名前</a:t>
                      </a:r>
                    </a:p>
                  </a:txBody>
                  <a:tcPr marL="173995" marR="173995" marT="173995" marB="173995"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tc>
                  <a:txBody>
                    <a:bodyPr/>
                    <a:lstStyle/>
                    <a:p>
                      <a:pPr>
                        <a:buNone/>
                      </a:pPr>
                      <a:r>
                        <a:rPr lang="ja-JP" altLang="en-US" sz="1600" cap="none" spc="0">
                          <a:solidFill>
                            <a:schemeClr val="tx1"/>
                          </a:solidFill>
                        </a:rPr>
                        <a:t>佐藤みなみ</a:t>
                      </a:r>
                    </a:p>
                  </a:txBody>
                  <a:tcPr marL="173995" marR="173995" marT="173995" marB="173995"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extLst>
                  <a:ext uri="{0D108BD9-81ED-4DB2-BD59-A6C34878D82A}">
                    <a16:rowId xmlns:a16="http://schemas.microsoft.com/office/drawing/2014/main" val="1582615366"/>
                  </a:ext>
                </a:extLst>
              </a:tr>
              <a:tr h="645714">
                <a:tc>
                  <a:txBody>
                    <a:bodyPr/>
                    <a:lstStyle/>
                    <a:p>
                      <a:pPr>
                        <a:buNone/>
                      </a:pPr>
                      <a:r>
                        <a:rPr lang="ja-JP" altLang="en-US" sz="1600" b="1" cap="none" spc="0">
                          <a:solidFill>
                            <a:schemeClr val="tx1"/>
                          </a:solidFill>
                        </a:rPr>
                        <a:t>年齢</a:t>
                      </a:r>
                    </a:p>
                  </a:txBody>
                  <a:tcPr marL="173995" marR="173995" marT="173995" marB="173995"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altLang="ja-JP" sz="1600" cap="none" spc="0">
                          <a:solidFill>
                            <a:schemeClr val="tx1"/>
                          </a:solidFill>
                        </a:rPr>
                        <a:t>22</a:t>
                      </a:r>
                      <a:r>
                        <a:rPr lang="ja-JP" altLang="en-US" sz="1600" cap="none" spc="0">
                          <a:solidFill>
                            <a:schemeClr val="tx1"/>
                          </a:solidFill>
                        </a:rPr>
                        <a:t>歳</a:t>
                      </a:r>
                    </a:p>
                  </a:txBody>
                  <a:tcPr marL="173995" marR="173995" marT="173995" marB="173995"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592166854"/>
                  </a:ext>
                </a:extLst>
              </a:tr>
              <a:tr h="645714">
                <a:tc>
                  <a:txBody>
                    <a:bodyPr/>
                    <a:lstStyle/>
                    <a:p>
                      <a:pPr>
                        <a:buNone/>
                      </a:pPr>
                      <a:r>
                        <a:rPr lang="ja-JP" altLang="en-US" sz="1600" b="1" cap="none" spc="0">
                          <a:solidFill>
                            <a:schemeClr val="tx1"/>
                          </a:solidFill>
                        </a:rPr>
                        <a:t>職業</a:t>
                      </a:r>
                    </a:p>
                  </a:txBody>
                  <a:tcPr marL="173995" marR="173995" marT="173995" marB="173995"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ja-JP" altLang="en-US" sz="1600" cap="none" spc="0">
                          <a:solidFill>
                            <a:schemeClr val="tx1"/>
                          </a:solidFill>
                        </a:rPr>
                        <a:t>大学</a:t>
                      </a:r>
                      <a:r>
                        <a:rPr lang="en-US" altLang="ja-JP" sz="1600" cap="none" spc="0">
                          <a:solidFill>
                            <a:schemeClr val="tx1"/>
                          </a:solidFill>
                        </a:rPr>
                        <a:t>3</a:t>
                      </a:r>
                      <a:r>
                        <a:rPr lang="ja-JP" altLang="en-US" sz="1600" cap="none" spc="0">
                          <a:solidFill>
                            <a:schemeClr val="tx1"/>
                          </a:solidFill>
                        </a:rPr>
                        <a:t>年生（情報学専攻）</a:t>
                      </a:r>
                    </a:p>
                  </a:txBody>
                  <a:tcPr marL="173995" marR="173995" marT="173995" marB="173995"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4252678366"/>
                  </a:ext>
                </a:extLst>
              </a:tr>
              <a:tr h="645714">
                <a:tc>
                  <a:txBody>
                    <a:bodyPr/>
                    <a:lstStyle/>
                    <a:p>
                      <a:pPr>
                        <a:buNone/>
                      </a:pPr>
                      <a:r>
                        <a:rPr lang="ja-JP" altLang="en-US" sz="1600" b="1" cap="none" spc="0">
                          <a:solidFill>
                            <a:schemeClr val="tx1"/>
                          </a:solidFill>
                        </a:rPr>
                        <a:t>ニーズ</a:t>
                      </a:r>
                    </a:p>
                  </a:txBody>
                  <a:tcPr marL="173995" marR="173995" marT="173995" marB="173995"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ja-JP" altLang="en-US" sz="1600" cap="none" spc="0">
                          <a:solidFill>
                            <a:schemeClr val="tx1"/>
                          </a:solidFill>
                        </a:rPr>
                        <a:t>シンプルで素早く使えるメモアプリ</a:t>
                      </a:r>
                    </a:p>
                  </a:txBody>
                  <a:tcPr marL="173995" marR="173995" marT="173995" marB="173995"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595790090"/>
                  </a:ext>
                </a:extLst>
              </a:tr>
              <a:tr h="645714">
                <a:tc>
                  <a:txBody>
                    <a:bodyPr/>
                    <a:lstStyle/>
                    <a:p>
                      <a:pPr>
                        <a:buNone/>
                      </a:pPr>
                      <a:r>
                        <a:rPr lang="ja-JP" altLang="en-US" sz="1600" b="1" cap="none" spc="0">
                          <a:solidFill>
                            <a:schemeClr val="tx1"/>
                          </a:solidFill>
                        </a:rPr>
                        <a:t>課題</a:t>
                      </a:r>
                    </a:p>
                  </a:txBody>
                  <a:tcPr marL="173995" marR="173995" marT="173995" marB="173995"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ja-JP" altLang="en-US" sz="1600" cap="none" spc="0">
                          <a:solidFill>
                            <a:schemeClr val="tx1"/>
                          </a:solidFill>
                        </a:rPr>
                        <a:t>複雑なアプリが使いこなせない</a:t>
                      </a:r>
                    </a:p>
                  </a:txBody>
                  <a:tcPr marL="173995" marR="173995" marT="173995" marB="173995"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3515499257"/>
                  </a:ext>
                </a:extLst>
              </a:tr>
              <a:tr h="645714">
                <a:tc>
                  <a:txBody>
                    <a:bodyPr/>
                    <a:lstStyle/>
                    <a:p>
                      <a:pPr>
                        <a:buNone/>
                      </a:pPr>
                      <a:r>
                        <a:rPr lang="ja-JP" altLang="en-US" sz="1600" b="1" cap="none" spc="0">
                          <a:solidFill>
                            <a:schemeClr val="tx1"/>
                          </a:solidFill>
                        </a:rPr>
                        <a:t>利用シーン</a:t>
                      </a:r>
                    </a:p>
                  </a:txBody>
                  <a:tcPr marL="173995" marR="173995" marT="173995" marB="173995" anchor="ctr">
                    <a:lnL w="12700" cmpd="sng">
                      <a:noFill/>
                      <a:prstDash val="solid"/>
                    </a:lnL>
                    <a:lnR w="12700" cmpd="sng">
                      <a:noFill/>
                      <a:prstDash val="solid"/>
                    </a:lnR>
                    <a:lnT w="6350" cap="flat" cmpd="sng" algn="ctr">
                      <a:solidFill>
                        <a:schemeClr val="tx1"/>
                      </a:solidFill>
                      <a:prstDash val="solid"/>
                    </a:lnT>
                    <a:lnB w="19050" cap="flat" cmpd="sng" algn="ctr">
                      <a:solidFill>
                        <a:schemeClr val="accent1"/>
                      </a:solidFill>
                      <a:prstDash val="solid"/>
                    </a:lnB>
                    <a:noFill/>
                  </a:tcPr>
                </a:tc>
                <a:tc>
                  <a:txBody>
                    <a:bodyPr/>
                    <a:lstStyle/>
                    <a:p>
                      <a:pPr>
                        <a:buNone/>
                      </a:pPr>
                      <a:r>
                        <a:rPr lang="ja-JP" altLang="en-US" sz="1600" b="0" cap="none" spc="0">
                          <a:solidFill>
                            <a:schemeClr val="tx1"/>
                          </a:solidFill>
                        </a:rPr>
                        <a:t>講義中のメモ、研究メモ、日常のタスク管理</a:t>
                      </a:r>
                    </a:p>
                  </a:txBody>
                  <a:tcPr marL="173995" marR="173995" marT="173995" marB="173995" anchor="ctr">
                    <a:lnL w="12700" cmpd="sng">
                      <a:noFill/>
                      <a:prstDash val="solid"/>
                    </a:lnL>
                    <a:lnR w="12700" cmpd="sng">
                      <a:noFill/>
                      <a:prstDash val="solid"/>
                    </a:lnR>
                    <a:lnT w="6350" cap="flat" cmpd="sng" algn="ctr">
                      <a:solidFill>
                        <a:schemeClr val="tx1"/>
                      </a:solidFill>
                      <a:prstDash val="solid"/>
                    </a:lnT>
                    <a:lnB w="19050" cap="flat" cmpd="sng" algn="ctr">
                      <a:solidFill>
                        <a:schemeClr val="accent1"/>
                      </a:solidFill>
                      <a:prstDash val="solid"/>
                    </a:lnB>
                    <a:noFill/>
                  </a:tcPr>
                </a:tc>
                <a:extLst>
                  <a:ext uri="{0D108BD9-81ED-4DB2-BD59-A6C34878D82A}">
                    <a16:rowId xmlns:a16="http://schemas.microsoft.com/office/drawing/2014/main" val="3749201059"/>
                  </a:ext>
                </a:extLst>
              </a:tr>
            </a:tbl>
          </a:graphicData>
        </a:graphic>
      </p:graphicFrame>
      <p:sp>
        <p:nvSpPr>
          <p:cNvPr id="4" name="タイトル 1">
            <a:extLst>
              <a:ext uri="{FF2B5EF4-FFF2-40B4-BE49-F238E27FC236}">
                <a16:creationId xmlns:a16="http://schemas.microsoft.com/office/drawing/2014/main" id="{0B8F5BF4-986B-32BA-B497-2D745FD9E361}"/>
              </a:ext>
            </a:extLst>
          </p:cNvPr>
          <p:cNvSpPr txBox="1">
            <a:spLocks/>
          </p:cNvSpPr>
          <p:nvPr/>
        </p:nvSpPr>
        <p:spPr>
          <a:xfrm>
            <a:off x="838200" y="697814"/>
            <a:ext cx="10515600" cy="1325563"/>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kumimoji="1" lang="en-US" sz="4400" kern="1200" dirty="0">
                <a:solidFill>
                  <a:schemeClr val="tx1"/>
                </a:solidFill>
                <a:latin typeface="Meiryo UI" panose="020B0604030504040204" pitchFamily="34" charset="-128"/>
                <a:ea typeface="Meiryo UI" panose="020B0604030504040204" pitchFamily="34" charset="-128"/>
                <a:cs typeface="+mj-cs"/>
              </a:defRPr>
            </a:lvl1pPr>
          </a:lstStyle>
          <a:p>
            <a:r>
              <a:rPr lang="ja-JP" altLang="en-US" dirty="0">
                <a:latin typeface="+mj-ea"/>
                <a:ea typeface="+mj-ea"/>
              </a:rPr>
              <a:t>ペルソナ</a:t>
            </a:r>
          </a:p>
        </p:txBody>
      </p:sp>
    </p:spTree>
    <p:extLst>
      <p:ext uri="{BB962C8B-B14F-4D97-AF65-F5344CB8AC3E}">
        <p14:creationId xmlns:p14="http://schemas.microsoft.com/office/powerpoint/2010/main" val="19668072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 name="Slide Background">
            <a:extLst>
              <a:ext uri="{FF2B5EF4-FFF2-40B4-BE49-F238E27FC236}">
                <a16:creationId xmlns:a16="http://schemas.microsoft.com/office/drawing/2014/main" id="{5F637E18-EF26-4327-9077-7FFC67B98B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29" name="Rectangle 28">
            <a:extLst>
              <a:ext uri="{FF2B5EF4-FFF2-40B4-BE49-F238E27FC236}">
                <a16:creationId xmlns:a16="http://schemas.microsoft.com/office/drawing/2014/main" id="{3EED6667-6BE8-A2AB-422A-5A1D89727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2001" cy="1696413"/>
          </a:xfrm>
          <a:prstGeom prst="rect">
            <a:avLst/>
          </a:prstGeom>
          <a:ln>
            <a:noFill/>
          </a:ln>
          <a:effectLst>
            <a:outerShdw blurRad="304800" dist="114300" dir="5460000" sx="92000" sy="92000" algn="t" rotWithShape="0">
              <a:srgbClr val="000000">
                <a:alpha val="1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0331C8B2-76F5-7748-9369-CA26D6B29946}"/>
              </a:ext>
            </a:extLst>
          </p:cNvPr>
          <p:cNvSpPr>
            <a:spLocks noGrp="1"/>
          </p:cNvSpPr>
          <p:nvPr>
            <p:ph type="title"/>
          </p:nvPr>
        </p:nvSpPr>
        <p:spPr>
          <a:xfrm>
            <a:off x="589558" y="244742"/>
            <a:ext cx="7015498" cy="1235225"/>
          </a:xfrm>
        </p:spPr>
        <p:txBody>
          <a:bodyPr vert="horz" lIns="91440" tIns="45720" rIns="91440" bIns="45720" rtlCol="0" anchor="ctr">
            <a:normAutofit/>
          </a:bodyPr>
          <a:lstStyle/>
          <a:p>
            <a:r>
              <a:rPr kumimoji="1" lang="ja-JP" altLang="en-US" sz="3600" kern="1200">
                <a:solidFill>
                  <a:schemeClr val="tx1"/>
                </a:solidFill>
                <a:latin typeface="+mj-lt"/>
                <a:ea typeface="+mj-ea"/>
                <a:cs typeface="+mj-cs"/>
              </a:rPr>
              <a:t>ペルソナの課題・ニーズ</a:t>
            </a:r>
          </a:p>
        </p:txBody>
      </p:sp>
      <p:graphicFrame>
        <p:nvGraphicFramePr>
          <p:cNvPr id="4" name="コンテンツ プレースホルダー 3">
            <a:extLst>
              <a:ext uri="{FF2B5EF4-FFF2-40B4-BE49-F238E27FC236}">
                <a16:creationId xmlns:a16="http://schemas.microsoft.com/office/drawing/2014/main" id="{9B9CCC72-94D5-C309-CAAE-944C227A3EA8}"/>
              </a:ext>
            </a:extLst>
          </p:cNvPr>
          <p:cNvGraphicFramePr>
            <a:graphicFrameLocks noGrp="1"/>
          </p:cNvGraphicFramePr>
          <p:nvPr>
            <p:ph idx="1"/>
            <p:extLst>
              <p:ext uri="{D42A27DB-BD31-4B8C-83A1-F6EECF244321}">
                <p14:modId xmlns:p14="http://schemas.microsoft.com/office/powerpoint/2010/main" val="901849339"/>
              </p:ext>
            </p:extLst>
          </p:nvPr>
        </p:nvGraphicFramePr>
        <p:xfrm>
          <a:off x="1910724" y="1199296"/>
          <a:ext cx="9471593" cy="3844618"/>
        </p:xfrm>
        <a:graphic>
          <a:graphicData uri="http://schemas.openxmlformats.org/drawingml/2006/table">
            <a:tbl>
              <a:tblPr>
                <a:noFill/>
              </a:tblPr>
              <a:tblGrid>
                <a:gridCol w="4116987">
                  <a:extLst>
                    <a:ext uri="{9D8B030D-6E8A-4147-A177-3AD203B41FA5}">
                      <a16:colId xmlns:a16="http://schemas.microsoft.com/office/drawing/2014/main" val="121963732"/>
                    </a:ext>
                  </a:extLst>
                </a:gridCol>
                <a:gridCol w="5354606">
                  <a:extLst>
                    <a:ext uri="{9D8B030D-6E8A-4147-A177-3AD203B41FA5}">
                      <a16:colId xmlns:a16="http://schemas.microsoft.com/office/drawing/2014/main" val="171122733"/>
                    </a:ext>
                  </a:extLst>
                </a:gridCol>
              </a:tblGrid>
              <a:tr h="670219">
                <a:tc>
                  <a:txBody>
                    <a:bodyPr/>
                    <a:lstStyle/>
                    <a:p>
                      <a:endParaRPr lang="ja-JP" altLang="en-US" sz="1900">
                        <a:solidFill>
                          <a:schemeClr val="tx1">
                            <a:lumMod val="75000"/>
                            <a:lumOff val="25000"/>
                          </a:schemeClr>
                        </a:solidFill>
                      </a:endParaRPr>
                    </a:p>
                  </a:txBody>
                  <a:tcPr marL="274180" marR="205635" marT="137090" marB="137090">
                    <a:lnL w="12700" cmpd="sng">
                      <a:noFill/>
                      <a:prstDash val="solid"/>
                    </a:lnL>
                    <a:lnR w="12700" cmpd="sng">
                      <a:noFill/>
                      <a:prstDash val="solid"/>
                    </a:lnR>
                    <a:lnT w="12700" cmpd="sng">
                      <a:noFill/>
                      <a:prstDash val="solid"/>
                    </a:lnT>
                    <a:lnB w="12700" cmpd="sng">
                      <a:noFill/>
                      <a:prstDash val="solid"/>
                    </a:lnB>
                    <a:noFill/>
                  </a:tcPr>
                </a:tc>
                <a:tc>
                  <a:txBody>
                    <a:bodyPr/>
                    <a:lstStyle/>
                    <a:p>
                      <a:endParaRPr kumimoji="1" lang="ja-JP" altLang="en-US" sz="1900">
                        <a:solidFill>
                          <a:schemeClr val="tx1">
                            <a:lumMod val="75000"/>
                            <a:lumOff val="25000"/>
                          </a:schemeClr>
                        </a:solidFill>
                      </a:endParaRPr>
                    </a:p>
                  </a:txBody>
                  <a:tcPr marL="274180" marR="205635" marT="137090" marB="137090">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744239514"/>
                  </a:ext>
                </a:extLst>
              </a:tr>
              <a:tr h="670219">
                <a:tc>
                  <a:txBody>
                    <a:bodyPr/>
                    <a:lstStyle/>
                    <a:p>
                      <a:pPr>
                        <a:buNone/>
                      </a:pPr>
                      <a:r>
                        <a:rPr lang="ja-JP" altLang="en-US" sz="1900" dirty="0">
                          <a:solidFill>
                            <a:schemeClr val="tx1">
                              <a:lumMod val="75000"/>
                              <a:lumOff val="25000"/>
                            </a:schemeClr>
                          </a:solidFill>
                          <a:effectLst/>
                        </a:rPr>
                        <a:t>課題</a:t>
                      </a:r>
                      <a:endParaRPr lang="en-US" altLang="ja-JP" sz="1900" dirty="0">
                        <a:solidFill>
                          <a:schemeClr val="tx1">
                            <a:lumMod val="75000"/>
                            <a:lumOff val="25000"/>
                          </a:schemeClr>
                        </a:solidFill>
                        <a:effectLst/>
                      </a:endParaRPr>
                    </a:p>
                  </a:txBody>
                  <a:tcPr marL="274180" marR="205635" marT="137090" marB="13709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ja-JP" altLang="en-US" sz="1900" dirty="0">
                          <a:solidFill>
                            <a:schemeClr val="tx1">
                              <a:lumMod val="75000"/>
                              <a:lumOff val="25000"/>
                            </a:schemeClr>
                          </a:solidFill>
                          <a:effectLst/>
                        </a:rPr>
                        <a:t>ニーズ</a:t>
                      </a:r>
                    </a:p>
                  </a:txBody>
                  <a:tcPr marL="274180" marR="205635" marT="137090" marB="137090"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4146167703"/>
                  </a:ext>
                </a:extLst>
              </a:tr>
              <a:tr h="626045">
                <a:tc>
                  <a:txBody>
                    <a:bodyPr/>
                    <a:lstStyle/>
                    <a:p>
                      <a:pPr>
                        <a:buNone/>
                      </a:pPr>
                      <a:r>
                        <a:rPr lang="ja-JP" altLang="en-US" sz="1900" dirty="0">
                          <a:solidFill>
                            <a:schemeClr val="tx1">
                              <a:lumMod val="75000"/>
                              <a:lumOff val="25000"/>
                            </a:schemeClr>
                          </a:solidFill>
                          <a:effectLst/>
                        </a:rPr>
                        <a:t>・多機能アプリは操作が複雑</a:t>
                      </a:r>
                    </a:p>
                  </a:txBody>
                  <a:tcPr marL="274180" marR="205635" marT="137090" marB="13709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ja-JP" altLang="en-US" sz="1900">
                          <a:solidFill>
                            <a:schemeClr val="tx1">
                              <a:lumMod val="75000"/>
                              <a:lumOff val="25000"/>
                            </a:schemeClr>
                          </a:solidFill>
                          <a:effectLst/>
                        </a:rPr>
                        <a:t>・直感的にメモを追加・削除できるアプリ</a:t>
                      </a:r>
                    </a:p>
                  </a:txBody>
                  <a:tcPr marL="274180" marR="205635" marT="137090" marB="137090"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798604117"/>
                  </a:ext>
                </a:extLst>
              </a:tr>
              <a:tr h="626045">
                <a:tc>
                  <a:txBody>
                    <a:bodyPr/>
                    <a:lstStyle/>
                    <a:p>
                      <a:pPr>
                        <a:buNone/>
                      </a:pPr>
                      <a:r>
                        <a:rPr lang="ja-JP" altLang="en-US" sz="1900">
                          <a:solidFill>
                            <a:schemeClr val="tx1">
                              <a:lumMod val="75000"/>
                              <a:lumOff val="25000"/>
                            </a:schemeClr>
                          </a:solidFill>
                          <a:effectLst/>
                        </a:rPr>
                        <a:t>・講義中に即メモしたい</a:t>
                      </a:r>
                    </a:p>
                  </a:txBody>
                  <a:tcPr marL="274180" marR="205635" marT="137090" marB="13709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ja-JP" altLang="en-US" sz="1900">
                          <a:solidFill>
                            <a:schemeClr val="tx1">
                              <a:lumMod val="75000"/>
                              <a:lumOff val="25000"/>
                            </a:schemeClr>
                          </a:solidFill>
                          <a:effectLst/>
                        </a:rPr>
                        <a:t>・ログイン不要で即座に使える </a:t>
                      </a:r>
                      <a:r>
                        <a:rPr lang="en-US" altLang="ja-JP" sz="1900">
                          <a:solidFill>
                            <a:schemeClr val="tx1">
                              <a:lumMod val="75000"/>
                              <a:lumOff val="25000"/>
                            </a:schemeClr>
                          </a:solidFill>
                          <a:effectLst/>
                        </a:rPr>
                        <a:t>UI</a:t>
                      </a:r>
                    </a:p>
                  </a:txBody>
                  <a:tcPr marL="274180" marR="205635" marT="137090" marB="137090"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4018504868"/>
                  </a:ext>
                </a:extLst>
              </a:tr>
              <a:tr h="626045">
                <a:tc>
                  <a:txBody>
                    <a:bodyPr/>
                    <a:lstStyle/>
                    <a:p>
                      <a:pPr>
                        <a:buNone/>
                      </a:pPr>
                      <a:r>
                        <a:rPr lang="ja-JP" altLang="en-US" sz="1900">
                          <a:solidFill>
                            <a:schemeClr val="tx1">
                              <a:lumMod val="75000"/>
                              <a:lumOff val="25000"/>
                            </a:schemeClr>
                          </a:solidFill>
                          <a:effectLst/>
                        </a:rPr>
                        <a:t>・データが端末ごとにバラバラ</a:t>
                      </a:r>
                    </a:p>
                  </a:txBody>
                  <a:tcPr marL="274180" marR="205635" marT="137090" marB="13709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ja-JP" altLang="en-US" sz="1900">
                          <a:solidFill>
                            <a:schemeClr val="tx1">
                              <a:lumMod val="75000"/>
                              <a:lumOff val="25000"/>
                            </a:schemeClr>
                          </a:solidFill>
                          <a:effectLst/>
                        </a:rPr>
                        <a:t>・</a:t>
                      </a:r>
                      <a:r>
                        <a:rPr lang="en-US" altLang="ja-JP" sz="1900">
                          <a:solidFill>
                            <a:schemeClr val="tx1">
                              <a:lumMod val="75000"/>
                              <a:lumOff val="25000"/>
                            </a:schemeClr>
                          </a:solidFill>
                          <a:effectLst/>
                        </a:rPr>
                        <a:t>Web </a:t>
                      </a:r>
                      <a:r>
                        <a:rPr lang="ja-JP" altLang="en-US" sz="1900">
                          <a:solidFill>
                            <a:schemeClr val="tx1">
                              <a:lumMod val="75000"/>
                              <a:lumOff val="25000"/>
                            </a:schemeClr>
                          </a:solidFill>
                          <a:effectLst/>
                        </a:rPr>
                        <a:t>上で一元管理したい</a:t>
                      </a:r>
                    </a:p>
                  </a:txBody>
                  <a:tcPr marL="274180" marR="205635" marT="137090" marB="137090"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525640638"/>
                  </a:ext>
                </a:extLst>
              </a:tr>
              <a:tr h="626045">
                <a:tc>
                  <a:txBody>
                    <a:bodyPr/>
                    <a:lstStyle/>
                    <a:p>
                      <a:pPr>
                        <a:buNone/>
                      </a:pPr>
                      <a:r>
                        <a:rPr lang="ja-JP" altLang="en-US" sz="1900">
                          <a:solidFill>
                            <a:schemeClr val="tx1">
                              <a:lumMod val="75000"/>
                              <a:lumOff val="25000"/>
                            </a:schemeClr>
                          </a:solidFill>
                          <a:effectLst/>
                        </a:rPr>
                        <a:t>・スマホ・</a:t>
                      </a:r>
                      <a:r>
                        <a:rPr lang="en-US" altLang="ja-JP" sz="1900">
                          <a:solidFill>
                            <a:schemeClr val="tx1">
                              <a:lumMod val="75000"/>
                              <a:lumOff val="25000"/>
                            </a:schemeClr>
                          </a:solidFill>
                          <a:effectLst/>
                        </a:rPr>
                        <a:t>PC</a:t>
                      </a:r>
                      <a:r>
                        <a:rPr lang="ja-JP" altLang="en-US" sz="1900">
                          <a:solidFill>
                            <a:schemeClr val="tx1">
                              <a:lumMod val="75000"/>
                              <a:lumOff val="25000"/>
                            </a:schemeClr>
                          </a:solidFill>
                          <a:effectLst/>
                        </a:rPr>
                        <a:t>の両方で見たい</a:t>
                      </a:r>
                    </a:p>
                  </a:txBody>
                  <a:tcPr marL="274180" marR="205635" marT="137090" marB="137090"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ja-JP" altLang="en-US" sz="1900" dirty="0">
                          <a:solidFill>
                            <a:schemeClr val="tx1">
                              <a:lumMod val="75000"/>
                              <a:lumOff val="25000"/>
                            </a:schemeClr>
                          </a:solidFill>
                          <a:effectLst/>
                        </a:rPr>
                        <a:t>・レスポンシブなシンプル画面</a:t>
                      </a:r>
                    </a:p>
                  </a:txBody>
                  <a:tcPr marL="274180" marR="205635" marT="137090" marB="137090"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484604640"/>
                  </a:ext>
                </a:extLst>
              </a:tr>
            </a:tbl>
          </a:graphicData>
        </a:graphic>
      </p:graphicFrame>
    </p:spTree>
    <p:extLst>
      <p:ext uri="{BB962C8B-B14F-4D97-AF65-F5344CB8AC3E}">
        <p14:creationId xmlns:p14="http://schemas.microsoft.com/office/powerpoint/2010/main" val="11873247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27A3B96-46B6-81AA-A269-EAD2FF55FD3B}"/>
              </a:ext>
            </a:extLst>
          </p:cNvPr>
          <p:cNvSpPr>
            <a:spLocks noGrp="1"/>
          </p:cNvSpPr>
          <p:nvPr>
            <p:ph type="title"/>
          </p:nvPr>
        </p:nvSpPr>
        <p:spPr/>
        <p:txBody>
          <a:bodyPr/>
          <a:lstStyle/>
          <a:p>
            <a:r>
              <a:rPr kumimoji="1" lang="ja-JP" altLang="en-US" dirty="0"/>
              <a:t>ストーリーボード</a:t>
            </a:r>
          </a:p>
        </p:txBody>
      </p:sp>
      <p:graphicFrame>
        <p:nvGraphicFramePr>
          <p:cNvPr id="11" name="Content Placeholder 2">
            <a:extLst>
              <a:ext uri="{FF2B5EF4-FFF2-40B4-BE49-F238E27FC236}">
                <a16:creationId xmlns:a16="http://schemas.microsoft.com/office/drawing/2014/main" id="{845FED7F-2BC9-E8D9-ADC4-F53B29AA29C9}"/>
              </a:ext>
            </a:extLst>
          </p:cNvPr>
          <p:cNvGraphicFramePr>
            <a:graphicFrameLocks noGrp="1"/>
          </p:cNvGraphicFramePr>
          <p:nvPr>
            <p:extLst>
              <p:ext uri="{D42A27DB-BD31-4B8C-83A1-F6EECF244321}">
                <p14:modId xmlns:p14="http://schemas.microsoft.com/office/powerpoint/2010/main" val="633606360"/>
              </p:ext>
            </p:extLst>
          </p:nvPr>
        </p:nvGraphicFramePr>
        <p:xfrm>
          <a:off x="633412" y="2112555"/>
          <a:ext cx="10925175" cy="39173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911195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D8E8C27-2F23-0A39-9954-EDEF51A397D3}"/>
              </a:ext>
            </a:extLst>
          </p:cNvPr>
          <p:cNvSpPr>
            <a:spLocks noGrp="1"/>
          </p:cNvSpPr>
          <p:nvPr>
            <p:ph type="title"/>
          </p:nvPr>
        </p:nvSpPr>
        <p:spPr/>
        <p:txBody>
          <a:bodyPr/>
          <a:lstStyle/>
          <a:p>
            <a:r>
              <a:rPr kumimoji="1" lang="ja-JP" altLang="en-US" dirty="0"/>
              <a:t>ビジネス要件定義</a:t>
            </a:r>
          </a:p>
        </p:txBody>
      </p:sp>
      <p:sp>
        <p:nvSpPr>
          <p:cNvPr id="3" name="コンテンツ プレースホルダー 2">
            <a:extLst>
              <a:ext uri="{FF2B5EF4-FFF2-40B4-BE49-F238E27FC236}">
                <a16:creationId xmlns:a16="http://schemas.microsoft.com/office/drawing/2014/main" id="{3F120CF3-4D63-B900-CBF5-2676D9718765}"/>
              </a:ext>
            </a:extLst>
          </p:cNvPr>
          <p:cNvSpPr>
            <a:spLocks noGrp="1"/>
          </p:cNvSpPr>
          <p:nvPr>
            <p:ph idx="1"/>
          </p:nvPr>
        </p:nvSpPr>
        <p:spPr/>
        <p:txBody>
          <a:bodyPr/>
          <a:lstStyle/>
          <a:p>
            <a:r>
              <a:rPr kumimoji="1" lang="ja-JP" altLang="en-US" dirty="0"/>
              <a:t>目的</a:t>
            </a:r>
            <a:endParaRPr kumimoji="1" lang="en-US" altLang="ja-JP" dirty="0"/>
          </a:p>
          <a:p>
            <a:pPr marL="0" indent="0">
              <a:buNone/>
            </a:pPr>
            <a:r>
              <a:rPr lang="ja-JP" altLang="en-US" dirty="0"/>
              <a:t>シンプルで高速に動作するメモ管理アプリを提供し、学習効率を向上させる</a:t>
            </a:r>
            <a:endParaRPr lang="en-US" altLang="ja-JP" dirty="0"/>
          </a:p>
          <a:p>
            <a:pPr marL="0" indent="0">
              <a:buNone/>
            </a:pPr>
            <a:endParaRPr kumimoji="1" lang="en-US" altLang="ja-JP" dirty="0"/>
          </a:p>
          <a:p>
            <a:r>
              <a:rPr kumimoji="1" lang="ja-JP" altLang="en-US" dirty="0"/>
              <a:t>利用者の価値</a:t>
            </a:r>
            <a:endParaRPr kumimoji="1" lang="en-US" altLang="ja-JP" dirty="0"/>
          </a:p>
          <a:p>
            <a:pPr marL="0" indent="0">
              <a:buNone/>
            </a:pPr>
            <a:r>
              <a:rPr kumimoji="1" lang="ja-JP" altLang="en-US" dirty="0"/>
              <a:t>講義やタスク管理のメモを素早く保存できる</a:t>
            </a:r>
            <a:endParaRPr kumimoji="1" lang="en-US" altLang="ja-JP" dirty="0"/>
          </a:p>
          <a:p>
            <a:pPr marL="0" indent="0">
              <a:buNone/>
            </a:pPr>
            <a:r>
              <a:rPr lang="ja-JP" altLang="en-US" dirty="0"/>
              <a:t>複雑な機能が不要なユーザ向けの最軽量アプリ</a:t>
            </a:r>
            <a:endParaRPr lang="en-US" altLang="ja-JP" dirty="0"/>
          </a:p>
          <a:p>
            <a:pPr marL="0" indent="0">
              <a:buNone/>
            </a:pPr>
            <a:r>
              <a:rPr kumimoji="1" lang="ja-JP" altLang="en-US" dirty="0"/>
              <a:t>ログイン不要で、即採用できる</a:t>
            </a:r>
            <a:r>
              <a:rPr kumimoji="1" lang="en-US" altLang="ja-JP" dirty="0"/>
              <a:t>UX</a:t>
            </a:r>
          </a:p>
          <a:p>
            <a:pPr marL="457200" lvl="1" indent="0">
              <a:buNone/>
            </a:pPr>
            <a:endParaRPr lang="en-US" altLang="ja-JP" dirty="0"/>
          </a:p>
          <a:p>
            <a:pPr marL="457200" lvl="1" indent="0">
              <a:buNone/>
            </a:pPr>
            <a:endParaRPr lang="en-US" altLang="ja-JP" dirty="0"/>
          </a:p>
        </p:txBody>
      </p:sp>
    </p:spTree>
    <p:extLst>
      <p:ext uri="{BB962C8B-B14F-4D97-AF65-F5344CB8AC3E}">
        <p14:creationId xmlns:p14="http://schemas.microsoft.com/office/powerpoint/2010/main" val="27963170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DAC9AA1-9054-3EF2-11E1-A76DD5C76AB2}"/>
              </a:ext>
            </a:extLst>
          </p:cNvPr>
          <p:cNvSpPr>
            <a:spLocks noGrp="1"/>
          </p:cNvSpPr>
          <p:nvPr>
            <p:ph type="title"/>
          </p:nvPr>
        </p:nvSpPr>
        <p:spPr/>
        <p:txBody>
          <a:bodyPr/>
          <a:lstStyle/>
          <a:p>
            <a:r>
              <a:rPr lang="ja-JP" altLang="en-US" dirty="0"/>
              <a:t>機能要件・非機能要件</a:t>
            </a:r>
            <a:endParaRPr kumimoji="1" lang="ja-JP" altLang="en-US" dirty="0"/>
          </a:p>
        </p:txBody>
      </p:sp>
      <p:sp>
        <p:nvSpPr>
          <p:cNvPr id="3" name="コンテンツ プレースホルダー 2">
            <a:extLst>
              <a:ext uri="{FF2B5EF4-FFF2-40B4-BE49-F238E27FC236}">
                <a16:creationId xmlns:a16="http://schemas.microsoft.com/office/drawing/2014/main" id="{474C406C-242C-57A5-0EFF-868B404E396F}"/>
              </a:ext>
            </a:extLst>
          </p:cNvPr>
          <p:cNvSpPr>
            <a:spLocks noGrp="1"/>
          </p:cNvSpPr>
          <p:nvPr>
            <p:ph idx="1"/>
          </p:nvPr>
        </p:nvSpPr>
        <p:spPr>
          <a:xfrm>
            <a:off x="838200" y="1825625"/>
            <a:ext cx="4299065" cy="4351338"/>
          </a:xfrm>
        </p:spPr>
        <p:txBody>
          <a:bodyPr>
            <a:normAutofit/>
          </a:bodyPr>
          <a:lstStyle/>
          <a:p>
            <a:r>
              <a:rPr kumimoji="1" lang="ja-JP" altLang="en-US" dirty="0"/>
              <a:t>機能要件</a:t>
            </a:r>
            <a:endParaRPr kumimoji="1" lang="en-US" altLang="ja-JP" dirty="0"/>
          </a:p>
          <a:p>
            <a:pPr marL="0" indent="0">
              <a:buNone/>
            </a:pPr>
            <a:r>
              <a:rPr lang="en-US" altLang="ja-JP" dirty="0"/>
              <a:t>	1.</a:t>
            </a:r>
            <a:r>
              <a:rPr lang="ja-JP" altLang="en-US" dirty="0"/>
              <a:t>メモ一覧取得機能</a:t>
            </a:r>
            <a:endParaRPr lang="en-US" altLang="ja-JP" dirty="0"/>
          </a:p>
          <a:p>
            <a:pPr marL="0" indent="0">
              <a:buNone/>
            </a:pPr>
            <a:r>
              <a:rPr kumimoji="1" lang="en-US" altLang="ja-JP" dirty="0"/>
              <a:t>	2.</a:t>
            </a:r>
            <a:r>
              <a:rPr kumimoji="1" lang="ja-JP" altLang="en-US" dirty="0"/>
              <a:t>メモ作成機能</a:t>
            </a:r>
            <a:endParaRPr kumimoji="1" lang="en-US" altLang="ja-JP" dirty="0"/>
          </a:p>
          <a:p>
            <a:pPr marL="0" indent="0">
              <a:buNone/>
            </a:pPr>
            <a:r>
              <a:rPr lang="en-US" altLang="ja-JP" dirty="0"/>
              <a:t>	3.</a:t>
            </a:r>
            <a:r>
              <a:rPr lang="ja-JP" altLang="en-US" dirty="0"/>
              <a:t>メモ取得機能</a:t>
            </a:r>
            <a:endParaRPr lang="en-US" altLang="ja-JP" dirty="0"/>
          </a:p>
          <a:p>
            <a:pPr marL="0" indent="0">
              <a:buNone/>
            </a:pPr>
            <a:r>
              <a:rPr kumimoji="1" lang="en-US" altLang="ja-JP" dirty="0"/>
              <a:t>	4.</a:t>
            </a:r>
            <a:r>
              <a:rPr kumimoji="1" lang="ja-JP" altLang="en-US" dirty="0"/>
              <a:t>メモ削除機能</a:t>
            </a:r>
            <a:endParaRPr kumimoji="1" lang="en-US" altLang="ja-JP" dirty="0"/>
          </a:p>
          <a:p>
            <a:pPr marL="0" indent="0">
              <a:buNone/>
            </a:pPr>
            <a:r>
              <a:rPr kumimoji="1" lang="en-US" altLang="ja-JP" dirty="0"/>
              <a:t>	5.</a:t>
            </a:r>
            <a:r>
              <a:rPr kumimoji="1" lang="ja-JP" altLang="en-US" dirty="0"/>
              <a:t>データモデル</a:t>
            </a:r>
            <a:endParaRPr kumimoji="1" lang="en-US" altLang="ja-JP" dirty="0"/>
          </a:p>
        </p:txBody>
      </p:sp>
      <p:sp>
        <p:nvSpPr>
          <p:cNvPr id="4" name="コンテンツ プレースホルダー 2">
            <a:extLst>
              <a:ext uri="{FF2B5EF4-FFF2-40B4-BE49-F238E27FC236}">
                <a16:creationId xmlns:a16="http://schemas.microsoft.com/office/drawing/2014/main" id="{333E5925-104E-7755-183A-526B44D0A467}"/>
              </a:ext>
            </a:extLst>
          </p:cNvPr>
          <p:cNvSpPr txBox="1">
            <a:spLocks/>
          </p:cNvSpPr>
          <p:nvPr/>
        </p:nvSpPr>
        <p:spPr>
          <a:xfrm>
            <a:off x="5996247" y="1825625"/>
            <a:ext cx="429906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t>非機能要件</a:t>
            </a:r>
            <a:endParaRPr lang="en-US" altLang="ja-JP" dirty="0"/>
          </a:p>
          <a:p>
            <a:pPr marL="0" indent="0">
              <a:buFont typeface="Arial" panose="020B0604020202020204" pitchFamily="34" charset="0"/>
              <a:buNone/>
            </a:pPr>
            <a:r>
              <a:rPr lang="en-US" altLang="ja-JP" dirty="0"/>
              <a:t>	1.</a:t>
            </a:r>
            <a:r>
              <a:rPr lang="ja-JP" altLang="en-US" dirty="0"/>
              <a:t>性能要件</a:t>
            </a:r>
            <a:endParaRPr lang="en-US" altLang="ja-JP" dirty="0"/>
          </a:p>
          <a:p>
            <a:pPr marL="0" indent="0">
              <a:buFont typeface="Arial" panose="020B0604020202020204" pitchFamily="34" charset="0"/>
              <a:buNone/>
            </a:pPr>
            <a:r>
              <a:rPr lang="en-US" altLang="ja-JP" dirty="0"/>
              <a:t>	2.</a:t>
            </a:r>
            <a:r>
              <a:rPr lang="ja-JP" altLang="en-US" dirty="0"/>
              <a:t>可用性</a:t>
            </a:r>
            <a:endParaRPr lang="en-US" altLang="ja-JP" dirty="0"/>
          </a:p>
          <a:p>
            <a:pPr marL="0" indent="0">
              <a:buFont typeface="Arial" panose="020B0604020202020204" pitchFamily="34" charset="0"/>
              <a:buNone/>
            </a:pPr>
            <a:r>
              <a:rPr lang="en-US" altLang="ja-JP" dirty="0"/>
              <a:t>	3.</a:t>
            </a:r>
            <a:r>
              <a:rPr lang="ja-JP" altLang="en-US" dirty="0"/>
              <a:t>信頼性・保守性</a:t>
            </a:r>
            <a:endParaRPr lang="en-US" altLang="ja-JP" dirty="0"/>
          </a:p>
          <a:p>
            <a:pPr marL="0" indent="0">
              <a:buFont typeface="Arial" panose="020B0604020202020204" pitchFamily="34" charset="0"/>
              <a:buNone/>
            </a:pPr>
            <a:r>
              <a:rPr lang="en-US" altLang="ja-JP" dirty="0"/>
              <a:t>	4.</a:t>
            </a:r>
            <a:r>
              <a:rPr lang="ja-JP" altLang="en-US" dirty="0"/>
              <a:t>セキュリティ</a:t>
            </a:r>
            <a:endParaRPr lang="en-US" altLang="ja-JP" dirty="0"/>
          </a:p>
          <a:p>
            <a:pPr marL="0" indent="0">
              <a:buFont typeface="Arial" panose="020B0604020202020204" pitchFamily="34" charset="0"/>
              <a:buNone/>
            </a:pPr>
            <a:r>
              <a:rPr lang="en-US" altLang="ja-JP" dirty="0"/>
              <a:t>	5.</a:t>
            </a:r>
            <a:r>
              <a:rPr lang="ja-JP" altLang="en-US" dirty="0"/>
              <a:t>拡張性</a:t>
            </a:r>
            <a:endParaRPr lang="en-US" altLang="ja-JP" dirty="0"/>
          </a:p>
        </p:txBody>
      </p:sp>
    </p:spTree>
    <p:extLst>
      <p:ext uri="{BB962C8B-B14F-4D97-AF65-F5344CB8AC3E}">
        <p14:creationId xmlns:p14="http://schemas.microsoft.com/office/powerpoint/2010/main" val="15221517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2164779-F92F-802D-449E-322EC410F05F}"/>
              </a:ext>
            </a:extLst>
          </p:cNvPr>
          <p:cNvSpPr>
            <a:spLocks noGrp="1"/>
          </p:cNvSpPr>
          <p:nvPr>
            <p:ph type="title"/>
          </p:nvPr>
        </p:nvSpPr>
        <p:spPr/>
        <p:txBody>
          <a:bodyPr/>
          <a:lstStyle/>
          <a:p>
            <a:r>
              <a:rPr kumimoji="1" lang="ja-JP" altLang="en-US"/>
              <a:t>機能要件</a:t>
            </a:r>
          </a:p>
        </p:txBody>
      </p:sp>
      <p:sp>
        <p:nvSpPr>
          <p:cNvPr id="3" name="コンテンツ プレースホルダー 2">
            <a:extLst>
              <a:ext uri="{FF2B5EF4-FFF2-40B4-BE49-F238E27FC236}">
                <a16:creationId xmlns:a16="http://schemas.microsoft.com/office/drawing/2014/main" id="{E020A28D-2DA2-6FD7-120D-8DE0998B0ECA}"/>
              </a:ext>
            </a:extLst>
          </p:cNvPr>
          <p:cNvSpPr>
            <a:spLocks noGrp="1"/>
          </p:cNvSpPr>
          <p:nvPr>
            <p:ph idx="1"/>
          </p:nvPr>
        </p:nvSpPr>
        <p:spPr/>
        <p:txBody>
          <a:bodyPr>
            <a:normAutofit lnSpcReduction="10000"/>
          </a:bodyPr>
          <a:lstStyle/>
          <a:p>
            <a:pPr marL="0" indent="0">
              <a:buNone/>
            </a:pPr>
            <a:r>
              <a:rPr kumimoji="1" lang="ja-JP" altLang="en-US"/>
              <a:t>１メモ一覧取得機能</a:t>
            </a:r>
            <a:endParaRPr kumimoji="1" lang="en-US" altLang="ja-JP"/>
          </a:p>
          <a:p>
            <a:pPr marL="0" indent="0">
              <a:buNone/>
            </a:pPr>
            <a:r>
              <a:rPr lang="ja-JP" altLang="en-US"/>
              <a:t>　システムは、保存されているすべてのメモを取得できる</a:t>
            </a:r>
            <a:endParaRPr lang="en-US" altLang="ja-JP"/>
          </a:p>
          <a:p>
            <a:pPr marL="0" indent="0">
              <a:buNone/>
            </a:pPr>
            <a:r>
              <a:rPr lang="ja-JP" altLang="en-US"/>
              <a:t>　メモは</a:t>
            </a:r>
            <a:r>
              <a:rPr lang="en-US" altLang="ja-JP" err="1"/>
              <a:t>id,title,content</a:t>
            </a:r>
            <a:r>
              <a:rPr lang="ja-JP" altLang="en-US"/>
              <a:t>を含む</a:t>
            </a:r>
            <a:endParaRPr lang="en-US" altLang="ja-JP"/>
          </a:p>
          <a:p>
            <a:pPr marL="0" indent="0">
              <a:buNone/>
            </a:pPr>
            <a:r>
              <a:rPr lang="ja-JP" altLang="en-US"/>
              <a:t>　メモは</a:t>
            </a:r>
            <a:r>
              <a:rPr lang="en-US" altLang="ja-JP"/>
              <a:t>id</a:t>
            </a:r>
            <a:r>
              <a:rPr lang="ja-JP" altLang="en-US"/>
              <a:t>昇順で返される</a:t>
            </a:r>
            <a:endParaRPr lang="en-US" altLang="ja-JP"/>
          </a:p>
          <a:p>
            <a:pPr marL="0" indent="0">
              <a:buNone/>
            </a:pPr>
            <a:r>
              <a:rPr lang="ja-JP" altLang="en-US"/>
              <a:t>２メモ作成機能</a:t>
            </a:r>
            <a:endParaRPr lang="en-US" altLang="ja-JP"/>
          </a:p>
          <a:p>
            <a:pPr marL="0" indent="0">
              <a:buNone/>
            </a:pPr>
            <a:r>
              <a:rPr lang="ja-JP" altLang="en-US"/>
              <a:t>　ユーザは</a:t>
            </a:r>
            <a:r>
              <a:rPr lang="en-US" altLang="ja-JP"/>
              <a:t>title</a:t>
            </a:r>
            <a:r>
              <a:rPr lang="ja-JP" altLang="en-US"/>
              <a:t>と任意の</a:t>
            </a:r>
            <a:r>
              <a:rPr lang="en-US" altLang="ja-JP"/>
              <a:t>content</a:t>
            </a:r>
            <a:r>
              <a:rPr lang="ja-JP" altLang="en-US"/>
              <a:t>を指定してメモを作成できる</a:t>
            </a:r>
            <a:endParaRPr lang="en-US" altLang="ja-JP"/>
          </a:p>
          <a:p>
            <a:pPr marL="0" indent="0">
              <a:buNone/>
            </a:pPr>
            <a:r>
              <a:rPr lang="ja-JP" altLang="en-US"/>
              <a:t>　システムは新規メモをデータベースに保存すること</a:t>
            </a:r>
            <a:endParaRPr lang="en-US" altLang="ja-JP"/>
          </a:p>
          <a:p>
            <a:pPr marL="0" indent="0">
              <a:buNone/>
            </a:pPr>
            <a:r>
              <a:rPr lang="ja-JP" altLang="en-US"/>
              <a:t>　作成後、生成された</a:t>
            </a:r>
            <a:r>
              <a:rPr lang="en-US" altLang="ja-JP"/>
              <a:t>id</a:t>
            </a:r>
            <a:r>
              <a:rPr lang="ja-JP" altLang="en-US"/>
              <a:t>を返すこと</a:t>
            </a:r>
            <a:endParaRPr lang="en-US" altLang="ja-JP"/>
          </a:p>
          <a:p>
            <a:pPr marL="0" indent="0">
              <a:buNone/>
            </a:pPr>
            <a:r>
              <a:rPr lang="en-US" altLang="ja-JP"/>
              <a:t>    title</a:t>
            </a:r>
            <a:r>
              <a:rPr lang="ja-JP" altLang="en-US"/>
              <a:t>は必須</a:t>
            </a:r>
            <a:r>
              <a:rPr lang="en-US" altLang="ja-JP"/>
              <a:t>content</a:t>
            </a:r>
            <a:r>
              <a:rPr lang="ja-JP" altLang="en-US"/>
              <a:t>は任意であること</a:t>
            </a:r>
            <a:endParaRPr lang="en-US" altLang="ja-JP"/>
          </a:p>
          <a:p>
            <a:pPr marL="0" indent="0">
              <a:buNone/>
            </a:pPr>
            <a:endParaRPr lang="en-US" altLang="ja-JP"/>
          </a:p>
          <a:p>
            <a:pPr marL="0" indent="0">
              <a:buNone/>
            </a:pPr>
            <a:endParaRPr kumimoji="1" lang="ja-JP" altLang="en-US"/>
          </a:p>
        </p:txBody>
      </p:sp>
    </p:spTree>
    <p:extLst>
      <p:ext uri="{BB962C8B-B14F-4D97-AF65-F5344CB8AC3E}">
        <p14:creationId xmlns:p14="http://schemas.microsoft.com/office/powerpoint/2010/main" val="20747521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F29E1AB-BA12-DDFC-5F2E-FB1B2C5B0D7C}"/>
              </a:ext>
            </a:extLst>
          </p:cNvPr>
          <p:cNvSpPr>
            <a:spLocks noGrp="1"/>
          </p:cNvSpPr>
          <p:nvPr>
            <p:ph type="title"/>
          </p:nvPr>
        </p:nvSpPr>
        <p:spPr/>
        <p:txBody>
          <a:bodyPr/>
          <a:lstStyle/>
          <a:p>
            <a:r>
              <a:rPr kumimoji="1" lang="ja-JP" altLang="en-US"/>
              <a:t>機能要件</a:t>
            </a:r>
          </a:p>
        </p:txBody>
      </p:sp>
      <p:sp>
        <p:nvSpPr>
          <p:cNvPr id="3" name="コンテンツ プレースホルダー 2">
            <a:extLst>
              <a:ext uri="{FF2B5EF4-FFF2-40B4-BE49-F238E27FC236}">
                <a16:creationId xmlns:a16="http://schemas.microsoft.com/office/drawing/2014/main" id="{EF18056A-52AC-1931-DA58-5FA75D53C143}"/>
              </a:ext>
            </a:extLst>
          </p:cNvPr>
          <p:cNvSpPr>
            <a:spLocks noGrp="1"/>
          </p:cNvSpPr>
          <p:nvPr>
            <p:ph idx="1"/>
          </p:nvPr>
        </p:nvSpPr>
        <p:spPr/>
        <p:txBody>
          <a:bodyPr/>
          <a:lstStyle/>
          <a:p>
            <a:pPr marL="0" indent="0">
              <a:buNone/>
            </a:pPr>
            <a:r>
              <a:rPr lang="ja-JP" altLang="en-US" dirty="0"/>
              <a:t>３メモ取得機能</a:t>
            </a:r>
            <a:endParaRPr lang="en-US" altLang="ja-JP" dirty="0"/>
          </a:p>
          <a:p>
            <a:pPr marL="0" indent="0">
              <a:buNone/>
            </a:pPr>
            <a:r>
              <a:rPr lang="ja-JP" altLang="en-US" dirty="0"/>
              <a:t>　指定された</a:t>
            </a:r>
            <a:r>
              <a:rPr lang="en-US" altLang="ja-JP" dirty="0" err="1"/>
              <a:t>memo_id</a:t>
            </a:r>
            <a:r>
              <a:rPr lang="ja-JP" altLang="en-US" dirty="0"/>
              <a:t>のメモを取得できること</a:t>
            </a:r>
            <a:endParaRPr lang="en-US" altLang="ja-JP" dirty="0"/>
          </a:p>
          <a:p>
            <a:pPr marL="0" indent="0">
              <a:buNone/>
            </a:pPr>
            <a:r>
              <a:rPr lang="ja-JP" altLang="en-US" dirty="0"/>
              <a:t>　メモが存在しない場合、ステータスコード</a:t>
            </a:r>
            <a:r>
              <a:rPr lang="en-US" altLang="ja-JP" dirty="0"/>
              <a:t>404</a:t>
            </a:r>
            <a:r>
              <a:rPr lang="ja-JP" altLang="en-US" dirty="0"/>
              <a:t>を返すこと</a:t>
            </a:r>
            <a:endParaRPr lang="en-US" altLang="ja-JP" dirty="0"/>
          </a:p>
          <a:p>
            <a:pPr marL="0" indent="0">
              <a:buNone/>
            </a:pPr>
            <a:r>
              <a:rPr lang="ja-JP" altLang="en-US" dirty="0"/>
              <a:t>　返却データは</a:t>
            </a:r>
            <a:r>
              <a:rPr lang="en-US" altLang="ja-JP" dirty="0" err="1"/>
              <a:t>id,title,content</a:t>
            </a:r>
            <a:r>
              <a:rPr lang="ja-JP" altLang="en-US" dirty="0"/>
              <a:t>を含む</a:t>
            </a:r>
            <a:endParaRPr lang="en-US" altLang="ja-JP" dirty="0"/>
          </a:p>
          <a:p>
            <a:pPr marL="0" indent="0">
              <a:buNone/>
            </a:pPr>
            <a:r>
              <a:rPr lang="ja-JP" altLang="en-US" dirty="0"/>
              <a:t>４メモ削除機能</a:t>
            </a:r>
            <a:endParaRPr lang="en-US" altLang="ja-JP" dirty="0"/>
          </a:p>
          <a:p>
            <a:pPr marL="0" indent="0">
              <a:buNone/>
            </a:pPr>
            <a:r>
              <a:rPr lang="ja-JP" altLang="en-US" dirty="0"/>
              <a:t>　指定された</a:t>
            </a:r>
            <a:r>
              <a:rPr lang="en-US" altLang="ja-JP" dirty="0" err="1"/>
              <a:t>memo_id</a:t>
            </a:r>
            <a:r>
              <a:rPr lang="ja-JP" altLang="en-US" dirty="0"/>
              <a:t>のメモを削除できること</a:t>
            </a:r>
            <a:endParaRPr lang="en-US" altLang="ja-JP" dirty="0"/>
          </a:p>
          <a:p>
            <a:pPr marL="0" indent="0">
              <a:buNone/>
            </a:pPr>
            <a:r>
              <a:rPr lang="ja-JP" altLang="en-US" dirty="0"/>
              <a:t>　削除後、削除されたメモの</a:t>
            </a:r>
            <a:r>
              <a:rPr lang="en-US" altLang="ja-JP" dirty="0"/>
              <a:t>id</a:t>
            </a:r>
            <a:r>
              <a:rPr lang="ja-JP" altLang="en-US" dirty="0"/>
              <a:t>を返すこと</a:t>
            </a:r>
            <a:endParaRPr lang="en-US" altLang="ja-JP" dirty="0"/>
          </a:p>
          <a:p>
            <a:pPr marL="0" indent="0">
              <a:buNone/>
            </a:pPr>
            <a:r>
              <a:rPr lang="ja-JP" altLang="en-US" dirty="0"/>
              <a:t>　メモが存在しない場合、ステータスコード</a:t>
            </a:r>
            <a:r>
              <a:rPr lang="en-US" altLang="ja-JP" dirty="0"/>
              <a:t>404</a:t>
            </a:r>
            <a:r>
              <a:rPr lang="ja-JP" altLang="en-US" dirty="0"/>
              <a:t>を返すこと</a:t>
            </a:r>
            <a:endParaRPr lang="en-US" altLang="ja-JP" dirty="0"/>
          </a:p>
          <a:p>
            <a:pPr marL="0" indent="0">
              <a:buNone/>
            </a:pPr>
            <a:endParaRPr lang="en-US" altLang="ja-JP" dirty="0"/>
          </a:p>
        </p:txBody>
      </p:sp>
    </p:spTree>
    <p:extLst>
      <p:ext uri="{BB962C8B-B14F-4D97-AF65-F5344CB8AC3E}">
        <p14:creationId xmlns:p14="http://schemas.microsoft.com/office/powerpoint/2010/main" val="27505835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581AE35-D605-5DAE-E872-A6955B1D8CC8}"/>
              </a:ext>
            </a:extLst>
          </p:cNvPr>
          <p:cNvSpPr>
            <a:spLocks noGrp="1"/>
          </p:cNvSpPr>
          <p:nvPr>
            <p:ph type="title"/>
          </p:nvPr>
        </p:nvSpPr>
        <p:spPr/>
        <p:txBody>
          <a:bodyPr/>
          <a:lstStyle/>
          <a:p>
            <a:r>
              <a:rPr kumimoji="1" lang="ja-JP" altLang="en-US"/>
              <a:t>機能要件</a:t>
            </a:r>
          </a:p>
        </p:txBody>
      </p:sp>
      <p:sp>
        <p:nvSpPr>
          <p:cNvPr id="3" name="コンテンツ プレースホルダー 2">
            <a:extLst>
              <a:ext uri="{FF2B5EF4-FFF2-40B4-BE49-F238E27FC236}">
                <a16:creationId xmlns:a16="http://schemas.microsoft.com/office/drawing/2014/main" id="{DA692C80-2AAE-C5B9-DDFC-2F170DBFA6AA}"/>
              </a:ext>
            </a:extLst>
          </p:cNvPr>
          <p:cNvSpPr>
            <a:spLocks noGrp="1"/>
          </p:cNvSpPr>
          <p:nvPr>
            <p:ph idx="1"/>
          </p:nvPr>
        </p:nvSpPr>
        <p:spPr/>
        <p:txBody>
          <a:bodyPr/>
          <a:lstStyle/>
          <a:p>
            <a:pPr marL="0" indent="0">
              <a:buNone/>
            </a:pPr>
            <a:r>
              <a:rPr kumimoji="1" lang="ja-JP" altLang="en-US"/>
              <a:t>５データモデル</a:t>
            </a:r>
            <a:endParaRPr kumimoji="1" lang="en-US" altLang="ja-JP"/>
          </a:p>
          <a:p>
            <a:pPr marL="0" indent="0">
              <a:buNone/>
            </a:pPr>
            <a:r>
              <a:rPr lang="ja-JP" altLang="en-US"/>
              <a:t> メモは以下の構造をもつ</a:t>
            </a:r>
            <a:endParaRPr lang="en-US" altLang="ja-JP"/>
          </a:p>
          <a:p>
            <a:pPr marL="0" indent="0">
              <a:buNone/>
            </a:pPr>
            <a:r>
              <a:rPr kumimoji="1" lang="ja-JP" altLang="en-US"/>
              <a:t>　</a:t>
            </a:r>
            <a:r>
              <a:rPr kumimoji="1" lang="en-US" altLang="ja-JP"/>
              <a:t>id : </a:t>
            </a:r>
            <a:r>
              <a:rPr kumimoji="1" lang="ja-JP" altLang="en-US"/>
              <a:t>整数（自動採番）</a:t>
            </a:r>
            <a:endParaRPr kumimoji="1" lang="en-US" altLang="ja-JP"/>
          </a:p>
          <a:p>
            <a:pPr marL="0" indent="0">
              <a:buNone/>
            </a:pPr>
            <a:r>
              <a:rPr lang="ja-JP" altLang="en-US"/>
              <a:t>　</a:t>
            </a:r>
            <a:r>
              <a:rPr lang="en-US" altLang="ja-JP"/>
              <a:t>title : </a:t>
            </a:r>
            <a:r>
              <a:rPr lang="ja-JP" altLang="en-US"/>
              <a:t>文字列（必須）</a:t>
            </a:r>
            <a:endParaRPr lang="en-US" altLang="ja-JP"/>
          </a:p>
          <a:p>
            <a:pPr marL="0" indent="0">
              <a:buNone/>
            </a:pPr>
            <a:r>
              <a:rPr kumimoji="1" lang="ja-JP" altLang="en-US"/>
              <a:t>　</a:t>
            </a:r>
            <a:r>
              <a:rPr kumimoji="1" lang="en-US" altLang="ja-JP"/>
              <a:t>content : </a:t>
            </a:r>
            <a:r>
              <a:rPr kumimoji="1" lang="ja-JP" altLang="en-US"/>
              <a:t>文字列（任意）</a:t>
            </a:r>
          </a:p>
        </p:txBody>
      </p:sp>
    </p:spTree>
    <p:extLst>
      <p:ext uri="{BB962C8B-B14F-4D97-AF65-F5344CB8AC3E}">
        <p14:creationId xmlns:p14="http://schemas.microsoft.com/office/powerpoint/2010/main" val="32397536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0BF17BC-06F9-B4CE-5BC0-F3903429F2BC}"/>
              </a:ext>
            </a:extLst>
          </p:cNvPr>
          <p:cNvSpPr>
            <a:spLocks noGrp="1"/>
          </p:cNvSpPr>
          <p:nvPr>
            <p:ph type="title"/>
          </p:nvPr>
        </p:nvSpPr>
        <p:spPr/>
        <p:txBody>
          <a:bodyPr/>
          <a:lstStyle/>
          <a:p>
            <a:r>
              <a:rPr kumimoji="1" lang="ja-JP" altLang="en-US"/>
              <a:t>非機能要件</a:t>
            </a:r>
          </a:p>
        </p:txBody>
      </p:sp>
      <p:sp>
        <p:nvSpPr>
          <p:cNvPr id="3" name="コンテンツ プレースホルダー 2">
            <a:extLst>
              <a:ext uri="{FF2B5EF4-FFF2-40B4-BE49-F238E27FC236}">
                <a16:creationId xmlns:a16="http://schemas.microsoft.com/office/drawing/2014/main" id="{6443C003-C7CB-462D-3744-60720B65AEF3}"/>
              </a:ext>
            </a:extLst>
          </p:cNvPr>
          <p:cNvSpPr>
            <a:spLocks noGrp="1"/>
          </p:cNvSpPr>
          <p:nvPr>
            <p:ph idx="1"/>
          </p:nvPr>
        </p:nvSpPr>
        <p:spPr/>
        <p:txBody>
          <a:bodyPr/>
          <a:lstStyle/>
          <a:p>
            <a:pPr marL="0" indent="0">
              <a:buNone/>
            </a:pPr>
            <a:r>
              <a:rPr lang="ja-JP" altLang="en-US"/>
              <a:t>１性能要件</a:t>
            </a:r>
            <a:endParaRPr lang="en-US" altLang="ja-JP"/>
          </a:p>
          <a:p>
            <a:pPr marL="0" indent="0">
              <a:buNone/>
            </a:pPr>
            <a:r>
              <a:rPr kumimoji="1" lang="ja-JP" altLang="en-US"/>
              <a:t>　メモ一覧は１秒以内に応答すること（件数が少ない前提）</a:t>
            </a:r>
            <a:endParaRPr kumimoji="1" lang="en-US" altLang="ja-JP"/>
          </a:p>
          <a:p>
            <a:pPr marL="0" indent="0">
              <a:buNone/>
            </a:pPr>
            <a:r>
              <a:rPr lang="ja-JP" altLang="en-US"/>
              <a:t>　メモ作成、取得、削除は１～２秒以内に応答すること</a:t>
            </a:r>
            <a:endParaRPr lang="en-US" altLang="ja-JP"/>
          </a:p>
          <a:p>
            <a:pPr marL="0" indent="0">
              <a:buNone/>
            </a:pPr>
            <a:r>
              <a:rPr kumimoji="1" lang="ja-JP" altLang="en-US"/>
              <a:t>　同時アクセスは</a:t>
            </a:r>
            <a:r>
              <a:rPr kumimoji="1" lang="en-US" altLang="ja-JP"/>
              <a:t>10~20</a:t>
            </a:r>
            <a:r>
              <a:rPr kumimoji="1" lang="ja-JP" altLang="en-US"/>
              <a:t>ユーザ程度を想定</a:t>
            </a:r>
            <a:r>
              <a:rPr kumimoji="1" lang="en-US" altLang="ja-JP"/>
              <a:t>(</a:t>
            </a:r>
            <a:r>
              <a:rPr kumimoji="1" lang="ja-JP" altLang="en-US"/>
              <a:t>現状の単純構造より</a:t>
            </a:r>
            <a:r>
              <a:rPr kumimoji="1" lang="en-US" altLang="ja-JP"/>
              <a:t>)</a:t>
            </a:r>
          </a:p>
          <a:p>
            <a:pPr marL="0" indent="0">
              <a:buNone/>
            </a:pPr>
            <a:r>
              <a:rPr lang="ja-JP" altLang="en-US"/>
              <a:t>２可用性</a:t>
            </a:r>
            <a:endParaRPr lang="en-US" altLang="ja-JP"/>
          </a:p>
          <a:p>
            <a:pPr marL="0" indent="0">
              <a:buNone/>
            </a:pPr>
            <a:r>
              <a:rPr lang="ja-JP" altLang="en-US"/>
              <a:t>　</a:t>
            </a:r>
            <a:r>
              <a:rPr lang="en-US" altLang="ja-JP"/>
              <a:t>API</a:t>
            </a:r>
            <a:r>
              <a:rPr lang="ja-JP" altLang="en-US"/>
              <a:t>は通常稼働時に安定して動作すること</a:t>
            </a:r>
            <a:endParaRPr lang="en-US" altLang="ja-JP"/>
          </a:p>
          <a:p>
            <a:pPr marL="0" indent="0">
              <a:buNone/>
            </a:pPr>
            <a:r>
              <a:rPr lang="ja-JP" altLang="en-US"/>
              <a:t>　</a:t>
            </a:r>
            <a:r>
              <a:rPr lang="en-US" altLang="ja-JP"/>
              <a:t>DB</a:t>
            </a:r>
            <a:r>
              <a:rPr lang="ja-JP" altLang="en-US"/>
              <a:t>接続エラー時は例外を返し、サーバがクラッシュしない</a:t>
            </a:r>
            <a:endParaRPr lang="en-US" altLang="ja-JP"/>
          </a:p>
          <a:p>
            <a:pPr marL="0" indent="0">
              <a:buNone/>
            </a:pPr>
            <a:r>
              <a:rPr lang="ja-JP" altLang="en-US"/>
              <a:t>　</a:t>
            </a:r>
            <a:endParaRPr lang="en-US" altLang="ja-JP"/>
          </a:p>
        </p:txBody>
      </p:sp>
    </p:spTree>
    <p:extLst>
      <p:ext uri="{BB962C8B-B14F-4D97-AF65-F5344CB8AC3E}">
        <p14:creationId xmlns:p14="http://schemas.microsoft.com/office/powerpoint/2010/main" val="3044415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E974398-5C0B-5258-2B37-2E649A5F57E1}"/>
              </a:ext>
            </a:extLst>
          </p:cNvPr>
          <p:cNvSpPr>
            <a:spLocks noGrp="1"/>
          </p:cNvSpPr>
          <p:nvPr>
            <p:ph type="title"/>
          </p:nvPr>
        </p:nvSpPr>
        <p:spPr/>
        <p:txBody>
          <a:bodyPr/>
          <a:lstStyle/>
          <a:p>
            <a:r>
              <a:rPr kumimoji="1" lang="ja-JP" altLang="en-US"/>
              <a:t>非機能要件</a:t>
            </a:r>
          </a:p>
        </p:txBody>
      </p:sp>
      <p:sp>
        <p:nvSpPr>
          <p:cNvPr id="3" name="コンテンツ プレースホルダー 2">
            <a:extLst>
              <a:ext uri="{FF2B5EF4-FFF2-40B4-BE49-F238E27FC236}">
                <a16:creationId xmlns:a16="http://schemas.microsoft.com/office/drawing/2014/main" id="{C0FB3A1E-8DB5-BDC9-6723-61555D8B0DA8}"/>
              </a:ext>
            </a:extLst>
          </p:cNvPr>
          <p:cNvSpPr>
            <a:spLocks noGrp="1"/>
          </p:cNvSpPr>
          <p:nvPr>
            <p:ph idx="1"/>
          </p:nvPr>
        </p:nvSpPr>
        <p:spPr/>
        <p:txBody>
          <a:bodyPr>
            <a:normAutofit fontScale="92500" lnSpcReduction="10000"/>
          </a:bodyPr>
          <a:lstStyle/>
          <a:p>
            <a:pPr marL="0" indent="0">
              <a:buNone/>
            </a:pPr>
            <a:r>
              <a:rPr kumimoji="1" lang="ja-JP" altLang="en-US" dirty="0"/>
              <a:t>３信頼性・保守性</a:t>
            </a:r>
            <a:endParaRPr kumimoji="1" lang="en-US" altLang="ja-JP" dirty="0"/>
          </a:p>
          <a:p>
            <a:pPr marL="0" indent="0">
              <a:buNone/>
            </a:pPr>
            <a:r>
              <a:rPr lang="ja-JP" altLang="en-US" dirty="0"/>
              <a:t>　データベース接続はリクエストごとに確立し、接続リークが発生しないこと</a:t>
            </a:r>
            <a:endParaRPr lang="en-US" altLang="ja-JP" dirty="0"/>
          </a:p>
          <a:p>
            <a:pPr marL="0" indent="0">
              <a:buNone/>
            </a:pPr>
            <a:r>
              <a:rPr kumimoji="1" lang="ja-JP" altLang="en-US" dirty="0"/>
              <a:t>　コードは</a:t>
            </a:r>
            <a:r>
              <a:rPr kumimoji="1" lang="en-US" altLang="ja-JP" dirty="0" err="1"/>
              <a:t>FastAPI</a:t>
            </a:r>
            <a:r>
              <a:rPr kumimoji="1" lang="ja-JP" altLang="en-US" dirty="0"/>
              <a:t>の標準的な構造に従い、保守しやすいこと</a:t>
            </a:r>
            <a:endParaRPr kumimoji="1" lang="en-US" altLang="ja-JP" dirty="0"/>
          </a:p>
          <a:p>
            <a:pPr marL="0" indent="0">
              <a:buNone/>
            </a:pPr>
            <a:r>
              <a:rPr lang="ja-JP" altLang="en-US" dirty="0"/>
              <a:t>　</a:t>
            </a:r>
            <a:r>
              <a:rPr lang="en-US" altLang="ja-JP" dirty="0"/>
              <a:t>SQL</a:t>
            </a:r>
            <a:r>
              <a:rPr lang="ja-JP" altLang="en-US" dirty="0"/>
              <a:t>インジェクション対策としてプレースホルダに</a:t>
            </a:r>
            <a:r>
              <a:rPr lang="en-US" altLang="ja-JP" dirty="0"/>
              <a:t>%s</a:t>
            </a:r>
            <a:r>
              <a:rPr lang="ja-JP" altLang="en-US" dirty="0"/>
              <a:t>を使用</a:t>
            </a:r>
            <a:endParaRPr lang="en-US" altLang="ja-JP" dirty="0"/>
          </a:p>
          <a:p>
            <a:pPr marL="0" indent="0">
              <a:buNone/>
            </a:pPr>
            <a:r>
              <a:rPr kumimoji="1" lang="ja-JP" altLang="en-US" dirty="0"/>
              <a:t>４セキュリティ</a:t>
            </a:r>
            <a:endParaRPr kumimoji="1" lang="en-US" altLang="ja-JP" dirty="0"/>
          </a:p>
          <a:p>
            <a:pPr marL="0" indent="0">
              <a:buNone/>
            </a:pPr>
            <a:r>
              <a:rPr lang="ja-JP" altLang="en-US" dirty="0"/>
              <a:t>　</a:t>
            </a:r>
            <a:r>
              <a:rPr lang="en-US" altLang="ja-JP" dirty="0"/>
              <a:t>DB</a:t>
            </a:r>
            <a:r>
              <a:rPr lang="ja-JP" altLang="en-US" dirty="0"/>
              <a:t>接続情報は本来環境変数で管理する</a:t>
            </a:r>
            <a:r>
              <a:rPr lang="en-US" altLang="ja-JP" dirty="0"/>
              <a:t>(</a:t>
            </a:r>
            <a:r>
              <a:rPr lang="ja-JP" altLang="en-US" dirty="0"/>
              <a:t>現状はハードコードされている</a:t>
            </a:r>
            <a:r>
              <a:rPr lang="en-US" altLang="ja-JP" dirty="0"/>
              <a:t>)</a:t>
            </a:r>
          </a:p>
          <a:p>
            <a:pPr marL="0" indent="0">
              <a:buNone/>
            </a:pPr>
            <a:r>
              <a:rPr kumimoji="1" lang="ja-JP" altLang="en-US" dirty="0"/>
              <a:t>　</a:t>
            </a:r>
            <a:r>
              <a:rPr kumimoji="1" lang="en-US" altLang="ja-JP" dirty="0"/>
              <a:t>API</a:t>
            </a:r>
            <a:r>
              <a:rPr kumimoji="1" lang="ja-JP" altLang="en-US" dirty="0"/>
              <a:t>は外部公開する場合、認証機能を追加することが好ましい</a:t>
            </a:r>
            <a:endParaRPr kumimoji="1" lang="en-US" altLang="ja-JP" dirty="0"/>
          </a:p>
          <a:p>
            <a:pPr marL="0" indent="0">
              <a:buNone/>
            </a:pPr>
            <a:r>
              <a:rPr lang="ja-JP" altLang="en-US" dirty="0"/>
              <a:t>　通信は</a:t>
            </a:r>
            <a:r>
              <a:rPr lang="en-US" altLang="ja-JP" dirty="0"/>
              <a:t>HTTP</a:t>
            </a:r>
            <a:r>
              <a:rPr lang="ja-JP" altLang="en-US" dirty="0"/>
              <a:t>ｓを前提とする</a:t>
            </a:r>
            <a:endParaRPr kumimoji="1" lang="ja-JP" altLang="en-US" dirty="0"/>
          </a:p>
        </p:txBody>
      </p:sp>
    </p:spTree>
    <p:extLst>
      <p:ext uri="{BB962C8B-B14F-4D97-AF65-F5344CB8AC3E}">
        <p14:creationId xmlns:p14="http://schemas.microsoft.com/office/powerpoint/2010/main" val="25158973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5BF3EA2-EE4C-EA92-C451-C213D7B99EAF}"/>
              </a:ext>
            </a:extLst>
          </p:cNvPr>
          <p:cNvSpPr>
            <a:spLocks noGrp="1"/>
          </p:cNvSpPr>
          <p:nvPr>
            <p:ph type="title"/>
          </p:nvPr>
        </p:nvSpPr>
        <p:spPr/>
        <p:txBody>
          <a:bodyPr/>
          <a:lstStyle/>
          <a:p>
            <a:r>
              <a:rPr kumimoji="1" lang="ja-JP" altLang="en-US"/>
              <a:t>非機能要件</a:t>
            </a:r>
          </a:p>
        </p:txBody>
      </p:sp>
      <p:sp>
        <p:nvSpPr>
          <p:cNvPr id="3" name="コンテンツ プレースホルダー 2">
            <a:extLst>
              <a:ext uri="{FF2B5EF4-FFF2-40B4-BE49-F238E27FC236}">
                <a16:creationId xmlns:a16="http://schemas.microsoft.com/office/drawing/2014/main" id="{20759488-FCF7-2DF3-02E8-5184E94C814E}"/>
              </a:ext>
            </a:extLst>
          </p:cNvPr>
          <p:cNvSpPr>
            <a:spLocks noGrp="1"/>
          </p:cNvSpPr>
          <p:nvPr>
            <p:ph idx="1"/>
          </p:nvPr>
        </p:nvSpPr>
        <p:spPr/>
        <p:txBody>
          <a:bodyPr/>
          <a:lstStyle/>
          <a:p>
            <a:pPr marL="0" indent="0">
              <a:buNone/>
            </a:pPr>
            <a:r>
              <a:rPr kumimoji="1" lang="ja-JP" altLang="en-US"/>
              <a:t>５拡張性</a:t>
            </a:r>
            <a:endParaRPr kumimoji="1" lang="en-US" altLang="ja-JP"/>
          </a:p>
          <a:p>
            <a:pPr marL="0" indent="0">
              <a:buNone/>
            </a:pPr>
            <a:r>
              <a:rPr kumimoji="1" lang="ja-JP" altLang="en-US"/>
              <a:t>　ログ出力</a:t>
            </a:r>
            <a:r>
              <a:rPr kumimoji="1" lang="en-US" altLang="ja-JP"/>
              <a:t>(</a:t>
            </a:r>
            <a:r>
              <a:rPr kumimoji="1" lang="ja-JP" altLang="en-US"/>
              <a:t>アクセスログ、エラーログ</a:t>
            </a:r>
            <a:r>
              <a:rPr kumimoji="1" lang="en-US" altLang="ja-JP"/>
              <a:t>)</a:t>
            </a:r>
            <a:r>
              <a:rPr kumimoji="1" lang="ja-JP" altLang="en-US"/>
              <a:t>を追加することで運用性を向上できる</a:t>
            </a:r>
            <a:endParaRPr kumimoji="1" lang="en-US" altLang="ja-JP"/>
          </a:p>
          <a:p>
            <a:pPr marL="0" indent="0">
              <a:buNone/>
            </a:pPr>
            <a:r>
              <a:rPr lang="ja-JP" altLang="en-US"/>
              <a:t>　</a:t>
            </a:r>
            <a:r>
              <a:rPr lang="en-US" altLang="ja-JP"/>
              <a:t>Docker</a:t>
            </a:r>
            <a:r>
              <a:rPr lang="ja-JP" altLang="en-US"/>
              <a:t>化や</a:t>
            </a:r>
            <a:r>
              <a:rPr lang="en-US" altLang="ja-JP" err="1"/>
              <a:t>systemd</a:t>
            </a:r>
            <a:r>
              <a:rPr lang="ja-JP" altLang="en-US"/>
              <a:t>での常時稼働が容易な構成であること</a:t>
            </a:r>
            <a:endParaRPr kumimoji="1" lang="ja-JP" altLang="en-US"/>
          </a:p>
        </p:txBody>
      </p:sp>
    </p:spTree>
    <p:extLst>
      <p:ext uri="{BB962C8B-B14F-4D97-AF65-F5344CB8AC3E}">
        <p14:creationId xmlns:p14="http://schemas.microsoft.com/office/powerpoint/2010/main" val="26802122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48A56-2A52-5F36-44D9-29FEDD3E9B0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EEFFC09-3D53-2C9C-837B-72E6493573AC}"/>
              </a:ext>
            </a:extLst>
          </p:cNvPr>
          <p:cNvSpPr>
            <a:spLocks noGrp="1"/>
          </p:cNvSpPr>
          <p:nvPr>
            <p:ph type="title"/>
          </p:nvPr>
        </p:nvSpPr>
        <p:spPr/>
        <p:txBody>
          <a:bodyPr/>
          <a:lstStyle/>
          <a:p>
            <a:r>
              <a:rPr lang="ja-JP" altLang="en-US" dirty="0"/>
              <a:t>システム全体構成</a:t>
            </a:r>
            <a:endParaRPr kumimoji="1" lang="ja-JP" altLang="en-US" dirty="0"/>
          </a:p>
        </p:txBody>
      </p:sp>
      <p:sp>
        <p:nvSpPr>
          <p:cNvPr id="3" name="コンテンツ プレースホルダー 2">
            <a:extLst>
              <a:ext uri="{FF2B5EF4-FFF2-40B4-BE49-F238E27FC236}">
                <a16:creationId xmlns:a16="http://schemas.microsoft.com/office/drawing/2014/main" id="{8F5CF1F7-62D5-C1A2-6609-C0EE6A66D305}"/>
              </a:ext>
            </a:extLst>
          </p:cNvPr>
          <p:cNvSpPr>
            <a:spLocks noGrp="1"/>
          </p:cNvSpPr>
          <p:nvPr>
            <p:ph idx="1"/>
          </p:nvPr>
        </p:nvSpPr>
        <p:spPr>
          <a:xfrm>
            <a:off x="-33023" y="2533666"/>
            <a:ext cx="2704614" cy="1807110"/>
          </a:xfrm>
          <a:solidFill>
            <a:schemeClr val="accent1"/>
          </a:solidFill>
        </p:spPr>
        <p:txBody>
          <a:bodyPr/>
          <a:lstStyle/>
          <a:p>
            <a:pPr marL="0" indent="0" algn="ctr">
              <a:lnSpc>
                <a:spcPct val="300000"/>
              </a:lnSpc>
              <a:buNone/>
            </a:pPr>
            <a:r>
              <a:rPr lang="ja-JP" altLang="en-US" dirty="0"/>
              <a:t>クライアント</a:t>
            </a:r>
            <a:endParaRPr kumimoji="1" lang="ja-JP" altLang="en-US" dirty="0"/>
          </a:p>
        </p:txBody>
      </p:sp>
      <p:sp>
        <p:nvSpPr>
          <p:cNvPr id="4" name="コンテンツ プレースホルダー 2">
            <a:extLst>
              <a:ext uri="{FF2B5EF4-FFF2-40B4-BE49-F238E27FC236}">
                <a16:creationId xmlns:a16="http://schemas.microsoft.com/office/drawing/2014/main" id="{80F1D568-4B26-3696-1057-CB2093F50998}"/>
              </a:ext>
            </a:extLst>
          </p:cNvPr>
          <p:cNvSpPr txBox="1">
            <a:spLocks/>
          </p:cNvSpPr>
          <p:nvPr/>
        </p:nvSpPr>
        <p:spPr>
          <a:xfrm>
            <a:off x="3077322" y="2525445"/>
            <a:ext cx="2704614" cy="1807109"/>
          </a:xfrm>
          <a:prstGeom prst="rect">
            <a:avLst/>
          </a:prstGeom>
          <a:solidFill>
            <a:schemeClr val="accent1"/>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lnSpc>
                <a:spcPct val="300000"/>
              </a:lnSpc>
              <a:buFont typeface="Arial" panose="020B0604020202020204" pitchFamily="34" charset="0"/>
              <a:buNone/>
            </a:pPr>
            <a:r>
              <a:rPr lang="en-US" altLang="ja-JP" dirty="0"/>
              <a:t>web</a:t>
            </a:r>
            <a:r>
              <a:rPr lang="ja-JP" altLang="en-US" dirty="0"/>
              <a:t>サーバ</a:t>
            </a:r>
          </a:p>
        </p:txBody>
      </p:sp>
      <p:sp>
        <p:nvSpPr>
          <p:cNvPr id="5" name="コンテンツ プレースホルダー 2">
            <a:extLst>
              <a:ext uri="{FF2B5EF4-FFF2-40B4-BE49-F238E27FC236}">
                <a16:creationId xmlns:a16="http://schemas.microsoft.com/office/drawing/2014/main" id="{5BB90681-733D-2F70-B4B6-A65F17B73EDB}"/>
              </a:ext>
            </a:extLst>
          </p:cNvPr>
          <p:cNvSpPr txBox="1">
            <a:spLocks/>
          </p:cNvSpPr>
          <p:nvPr/>
        </p:nvSpPr>
        <p:spPr>
          <a:xfrm>
            <a:off x="6410065" y="2533667"/>
            <a:ext cx="2750448" cy="1798888"/>
          </a:xfrm>
          <a:prstGeom prst="rect">
            <a:avLst/>
          </a:prstGeom>
          <a:solidFill>
            <a:schemeClr val="accent1"/>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r>
              <a:rPr lang="ja-JP" altLang="en-US" dirty="0"/>
              <a:t>アプリケーションサーバ</a:t>
            </a:r>
            <a:r>
              <a:rPr lang="en-US" altLang="ja-JP" dirty="0"/>
              <a:t>(</a:t>
            </a:r>
            <a:r>
              <a:rPr lang="en-US" altLang="ja-JP" dirty="0" err="1"/>
              <a:t>FastAPI</a:t>
            </a:r>
            <a:r>
              <a:rPr lang="en-US" altLang="ja-JP" dirty="0"/>
              <a:t> </a:t>
            </a:r>
            <a:r>
              <a:rPr lang="ja-JP" altLang="en-US" dirty="0"/>
              <a:t>アプリ</a:t>
            </a:r>
            <a:r>
              <a:rPr lang="en-US" altLang="ja-JP" dirty="0"/>
              <a:t>)</a:t>
            </a:r>
            <a:endParaRPr lang="ja-JP" altLang="en-US" dirty="0"/>
          </a:p>
        </p:txBody>
      </p:sp>
      <p:sp>
        <p:nvSpPr>
          <p:cNvPr id="6" name="コンテンツ プレースホルダー 2">
            <a:extLst>
              <a:ext uri="{FF2B5EF4-FFF2-40B4-BE49-F238E27FC236}">
                <a16:creationId xmlns:a16="http://schemas.microsoft.com/office/drawing/2014/main" id="{6E0FE6E5-6A75-B95C-052F-9DD973C53266}"/>
              </a:ext>
            </a:extLst>
          </p:cNvPr>
          <p:cNvSpPr txBox="1">
            <a:spLocks/>
          </p:cNvSpPr>
          <p:nvPr/>
        </p:nvSpPr>
        <p:spPr>
          <a:xfrm>
            <a:off x="9520410" y="2494236"/>
            <a:ext cx="2671589" cy="1846540"/>
          </a:xfrm>
          <a:prstGeom prst="rect">
            <a:avLst/>
          </a:prstGeom>
          <a:solidFill>
            <a:schemeClr val="accent1"/>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lnSpc>
                <a:spcPct val="100000"/>
              </a:lnSpc>
              <a:buFont typeface="Arial" panose="020B0604020202020204" pitchFamily="34" charset="0"/>
              <a:buNone/>
            </a:pPr>
            <a:r>
              <a:rPr lang="ja-JP" altLang="en-US" dirty="0"/>
              <a:t>データベースサーバ</a:t>
            </a:r>
            <a:r>
              <a:rPr lang="en-US" altLang="ja-JP" dirty="0"/>
              <a:t>(PostgreSQL)</a:t>
            </a:r>
            <a:endParaRPr lang="ja-JP" altLang="en-US" dirty="0"/>
          </a:p>
        </p:txBody>
      </p:sp>
      <p:cxnSp>
        <p:nvCxnSpPr>
          <p:cNvPr id="8" name="直線矢印コネクタ 7">
            <a:extLst>
              <a:ext uri="{FF2B5EF4-FFF2-40B4-BE49-F238E27FC236}">
                <a16:creationId xmlns:a16="http://schemas.microsoft.com/office/drawing/2014/main" id="{BB3506A6-D725-E01A-F714-2EC8E9639D44}"/>
              </a:ext>
            </a:extLst>
          </p:cNvPr>
          <p:cNvCxnSpPr>
            <a:cxnSpLocks/>
            <a:stCxn id="3" idx="3"/>
            <a:endCxn id="4" idx="1"/>
          </p:cNvCxnSpPr>
          <p:nvPr/>
        </p:nvCxnSpPr>
        <p:spPr>
          <a:xfrm flipV="1">
            <a:off x="2671591" y="3429000"/>
            <a:ext cx="405731" cy="822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直線矢印コネクタ 10">
            <a:extLst>
              <a:ext uri="{FF2B5EF4-FFF2-40B4-BE49-F238E27FC236}">
                <a16:creationId xmlns:a16="http://schemas.microsoft.com/office/drawing/2014/main" id="{8CD055E9-DEAA-71AB-7098-F3E9C3B00616}"/>
              </a:ext>
            </a:extLst>
          </p:cNvPr>
          <p:cNvCxnSpPr>
            <a:cxnSpLocks/>
            <a:stCxn id="4" idx="3"/>
            <a:endCxn id="5" idx="1"/>
          </p:cNvCxnSpPr>
          <p:nvPr/>
        </p:nvCxnSpPr>
        <p:spPr>
          <a:xfrm>
            <a:off x="5781936" y="3429000"/>
            <a:ext cx="628129" cy="411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直線矢印コネクタ 11">
            <a:extLst>
              <a:ext uri="{FF2B5EF4-FFF2-40B4-BE49-F238E27FC236}">
                <a16:creationId xmlns:a16="http://schemas.microsoft.com/office/drawing/2014/main" id="{A7B68E87-B688-2A15-E7DB-1A31A410C322}"/>
              </a:ext>
            </a:extLst>
          </p:cNvPr>
          <p:cNvCxnSpPr>
            <a:cxnSpLocks/>
          </p:cNvCxnSpPr>
          <p:nvPr/>
        </p:nvCxnSpPr>
        <p:spPr>
          <a:xfrm flipV="1">
            <a:off x="9137596" y="3417506"/>
            <a:ext cx="405731" cy="822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65769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9">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C3425112-8293-E6A7-67C7-F68819BA8627}"/>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kumimoji="1" lang="en-US" altLang="ja-JP" sz="6600" kern="1200">
                <a:solidFill>
                  <a:schemeClr val="tx1"/>
                </a:solidFill>
                <a:latin typeface="+mj-lt"/>
                <a:ea typeface="+mj-ea"/>
                <a:cs typeface="+mj-cs"/>
              </a:rPr>
              <a:t>ER</a:t>
            </a:r>
            <a:r>
              <a:rPr kumimoji="1" lang="ja-JP" altLang="en-US" sz="6600" kern="1200">
                <a:solidFill>
                  <a:schemeClr val="tx1"/>
                </a:solidFill>
                <a:latin typeface="+mj-lt"/>
                <a:ea typeface="+mj-ea"/>
                <a:cs typeface="+mj-cs"/>
              </a:rPr>
              <a:t>図</a:t>
            </a:r>
          </a:p>
        </p:txBody>
      </p:sp>
      <p:sp>
        <p:nvSpPr>
          <p:cNvPr id="19"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コンテンツ プレースホルダー 3">
            <a:extLst>
              <a:ext uri="{FF2B5EF4-FFF2-40B4-BE49-F238E27FC236}">
                <a16:creationId xmlns:a16="http://schemas.microsoft.com/office/drawing/2014/main" id="{DB1AF262-D237-6A3B-D429-9CF0019771B4}"/>
              </a:ext>
            </a:extLst>
          </p:cNvPr>
          <p:cNvGraphicFramePr>
            <a:graphicFrameLocks noGrp="1"/>
          </p:cNvGraphicFramePr>
          <p:nvPr>
            <p:ph idx="1"/>
            <p:extLst>
              <p:ext uri="{D42A27DB-BD31-4B8C-83A1-F6EECF244321}">
                <p14:modId xmlns:p14="http://schemas.microsoft.com/office/powerpoint/2010/main" val="2791203777"/>
              </p:ext>
            </p:extLst>
          </p:nvPr>
        </p:nvGraphicFramePr>
        <p:xfrm>
          <a:off x="389091" y="2633472"/>
          <a:ext cx="11410771" cy="3586355"/>
        </p:xfrm>
        <a:graphic>
          <a:graphicData uri="http://schemas.openxmlformats.org/drawingml/2006/table">
            <a:tbl>
              <a:tblPr firstRow="1" bandRow="1">
                <a:noFill/>
              </a:tblPr>
              <a:tblGrid>
                <a:gridCol w="3318495">
                  <a:extLst>
                    <a:ext uri="{9D8B030D-6E8A-4147-A177-3AD203B41FA5}">
                      <a16:colId xmlns:a16="http://schemas.microsoft.com/office/drawing/2014/main" val="4127117881"/>
                    </a:ext>
                  </a:extLst>
                </a:gridCol>
                <a:gridCol w="3914770">
                  <a:extLst>
                    <a:ext uri="{9D8B030D-6E8A-4147-A177-3AD203B41FA5}">
                      <a16:colId xmlns:a16="http://schemas.microsoft.com/office/drawing/2014/main" val="3135123924"/>
                    </a:ext>
                  </a:extLst>
                </a:gridCol>
                <a:gridCol w="4177506">
                  <a:extLst>
                    <a:ext uri="{9D8B030D-6E8A-4147-A177-3AD203B41FA5}">
                      <a16:colId xmlns:a16="http://schemas.microsoft.com/office/drawing/2014/main" val="3052655513"/>
                    </a:ext>
                  </a:extLst>
                </a:gridCol>
              </a:tblGrid>
              <a:tr h="629364">
                <a:tc>
                  <a:txBody>
                    <a:bodyPr/>
                    <a:lstStyle/>
                    <a:p>
                      <a:pPr algn="l" fontAlgn="base">
                        <a:lnSpc>
                          <a:spcPts val="1650"/>
                        </a:lnSpc>
                        <a:buNone/>
                      </a:pPr>
                      <a:r>
                        <a:rPr lang="ja-JP" altLang="en-US" sz="2400" b="0" i="0" cap="none" spc="0">
                          <a:solidFill>
                            <a:schemeClr val="tx1"/>
                          </a:solidFill>
                          <a:effectLst/>
                          <a:ea typeface="Corbel" panose="020B0503020204020204" pitchFamily="34" charset="0"/>
                        </a:rPr>
                        <a:t>カラム名</a:t>
                      </a:r>
                      <a:r>
                        <a:rPr lang="ja-JP" altLang="en-US" sz="2400" b="0" i="0" cap="none" spc="0">
                          <a:solidFill>
                            <a:schemeClr val="tx1"/>
                          </a:solidFill>
                          <a:effectLst/>
                          <a:latin typeface="Corbel" panose="020B0503020204020204" pitchFamily="34" charset="0"/>
                        </a:rPr>
                        <a:t>​</a:t>
                      </a:r>
                      <a:endParaRPr lang="ja-JP" altLang="en-US" sz="2400" b="0" i="0" cap="none" spc="0">
                        <a:solidFill>
                          <a:schemeClr val="tx1"/>
                        </a:solidFill>
                        <a:effectLst/>
                      </a:endParaRPr>
                    </a:p>
                  </a:txBody>
                  <a:tcPr marL="157642" marR="157642" marT="110349" marB="110349" anchor="ctr">
                    <a:lnL w="12700" cmpd="sng">
                      <a:noFill/>
                    </a:lnL>
                    <a:lnR w="12700" cmpd="sng">
                      <a:noFill/>
                    </a:lnR>
                    <a:lnT w="28575" cap="flat" cmpd="sng" algn="ctr">
                      <a:solidFill>
                        <a:schemeClr val="tx1"/>
                      </a:solidFill>
                      <a:prstDash val="solid"/>
                    </a:lnT>
                    <a:lnB w="38100" cmpd="sng">
                      <a:noFill/>
                    </a:lnB>
                    <a:noFill/>
                  </a:tcPr>
                </a:tc>
                <a:tc>
                  <a:txBody>
                    <a:bodyPr/>
                    <a:lstStyle/>
                    <a:p>
                      <a:pPr algn="l" fontAlgn="base">
                        <a:lnSpc>
                          <a:spcPts val="1650"/>
                        </a:lnSpc>
                        <a:buNone/>
                      </a:pPr>
                      <a:r>
                        <a:rPr lang="ja-JP" altLang="en-US" sz="2400" b="0" i="0" cap="none" spc="0">
                          <a:solidFill>
                            <a:schemeClr val="tx1"/>
                          </a:solidFill>
                          <a:effectLst/>
                          <a:ea typeface="Corbel" panose="020B0503020204020204" pitchFamily="34" charset="0"/>
                        </a:rPr>
                        <a:t>データ型</a:t>
                      </a:r>
                      <a:r>
                        <a:rPr lang="ja-JP" altLang="en-US" sz="2400" b="0" i="0" cap="none" spc="0">
                          <a:solidFill>
                            <a:schemeClr val="tx1"/>
                          </a:solidFill>
                          <a:effectLst/>
                          <a:latin typeface="Corbel" panose="020B0503020204020204" pitchFamily="34" charset="0"/>
                        </a:rPr>
                        <a:t>​</a:t>
                      </a:r>
                      <a:endParaRPr lang="ja-JP" altLang="en-US" sz="2400" b="0" i="0" cap="none" spc="0">
                        <a:solidFill>
                          <a:schemeClr val="tx1"/>
                        </a:solidFill>
                        <a:effectLst/>
                      </a:endParaRPr>
                    </a:p>
                  </a:txBody>
                  <a:tcPr marL="157642" marR="157642" marT="110349" marB="110349" anchor="ctr">
                    <a:lnL w="12700" cmpd="sng">
                      <a:noFill/>
                    </a:lnL>
                    <a:lnR w="12700" cmpd="sng">
                      <a:noFill/>
                    </a:lnR>
                    <a:lnT w="28575" cap="flat" cmpd="sng" algn="ctr">
                      <a:solidFill>
                        <a:schemeClr val="tx1"/>
                      </a:solidFill>
                      <a:prstDash val="solid"/>
                    </a:lnT>
                    <a:lnB w="38100" cmpd="sng">
                      <a:noFill/>
                    </a:lnB>
                    <a:noFill/>
                  </a:tcPr>
                </a:tc>
                <a:tc>
                  <a:txBody>
                    <a:bodyPr/>
                    <a:lstStyle/>
                    <a:p>
                      <a:pPr algn="l" fontAlgn="base">
                        <a:lnSpc>
                          <a:spcPts val="1650"/>
                        </a:lnSpc>
                        <a:buNone/>
                      </a:pPr>
                      <a:r>
                        <a:rPr lang="ja-JP" altLang="en-US" sz="2400" b="0" i="0" cap="none" spc="0">
                          <a:solidFill>
                            <a:schemeClr val="tx1"/>
                          </a:solidFill>
                          <a:effectLst/>
                          <a:ea typeface="Corbel" panose="020B0503020204020204" pitchFamily="34" charset="0"/>
                        </a:rPr>
                        <a:t>制約</a:t>
                      </a:r>
                      <a:r>
                        <a:rPr lang="ja-JP" altLang="en-US" sz="2400" b="0" i="0" cap="none" spc="0">
                          <a:solidFill>
                            <a:schemeClr val="tx1"/>
                          </a:solidFill>
                          <a:effectLst/>
                          <a:latin typeface="Corbel" panose="020B0503020204020204" pitchFamily="34" charset="0"/>
                        </a:rPr>
                        <a:t>​</a:t>
                      </a:r>
                      <a:endParaRPr lang="ja-JP" altLang="en-US" sz="2400" b="0" i="0" cap="none" spc="0">
                        <a:solidFill>
                          <a:schemeClr val="tx1"/>
                        </a:solidFill>
                        <a:effectLst/>
                      </a:endParaRPr>
                    </a:p>
                  </a:txBody>
                  <a:tcPr marL="157642" marR="157642" marT="110349" marB="110349" anchor="ctr">
                    <a:lnL w="12700" cmpd="sng">
                      <a:noFill/>
                    </a:lnL>
                    <a:lnR w="12700" cmpd="sng">
                      <a:noFill/>
                    </a:lnR>
                    <a:lnT w="28575" cap="flat" cmpd="sng" algn="ctr">
                      <a:solidFill>
                        <a:schemeClr val="tx1"/>
                      </a:solidFill>
                      <a:prstDash val="solid"/>
                    </a:lnT>
                    <a:lnB w="38100" cmpd="sng">
                      <a:noFill/>
                    </a:lnB>
                    <a:noFill/>
                  </a:tcPr>
                </a:tc>
                <a:extLst>
                  <a:ext uri="{0D108BD9-81ED-4DB2-BD59-A6C34878D82A}">
                    <a16:rowId xmlns:a16="http://schemas.microsoft.com/office/drawing/2014/main" val="1135415016"/>
                  </a:ext>
                </a:extLst>
              </a:tr>
              <a:tr h="592143">
                <a:tc>
                  <a:txBody>
                    <a:bodyPr/>
                    <a:lstStyle/>
                    <a:p>
                      <a:pPr algn="l" fontAlgn="base">
                        <a:lnSpc>
                          <a:spcPts val="1350"/>
                        </a:lnSpc>
                        <a:buNone/>
                      </a:pPr>
                      <a:r>
                        <a:rPr lang="en-US" sz="2400" b="1" i="0" cap="none" spc="0">
                          <a:solidFill>
                            <a:schemeClr val="tx1"/>
                          </a:solidFill>
                          <a:effectLst/>
                          <a:latin typeface="Corbel" panose="020B0503020204020204" pitchFamily="34" charset="0"/>
                        </a:rPr>
                        <a:t>id</a:t>
                      </a:r>
                      <a:r>
                        <a:rPr lang="en-US" sz="2400" b="0" i="0" cap="none" spc="0">
                          <a:solidFill>
                            <a:schemeClr val="tx1"/>
                          </a:solidFill>
                          <a:effectLst/>
                          <a:latin typeface="Corbel" panose="020B0503020204020204" pitchFamily="34" charset="0"/>
                        </a:rPr>
                        <a:t>​</a:t>
                      </a:r>
                      <a:endParaRPr lang="en-US" sz="2400" b="0" i="0" cap="none" spc="0">
                        <a:solidFill>
                          <a:schemeClr val="tx1"/>
                        </a:solidFill>
                        <a:effectLst/>
                      </a:endParaRPr>
                    </a:p>
                  </a:txBody>
                  <a:tcPr marL="157642" marR="157642" marT="110349" marB="110349" anchor="ctr">
                    <a:lnL w="28575" cap="flat" cmpd="sng" algn="ctr">
                      <a:noFill/>
                      <a:prstDash val="solid"/>
                    </a:lnL>
                    <a:lnR w="12700" cmpd="sng">
                      <a:noFill/>
                      <a:prstDash val="solid"/>
                    </a:lnR>
                    <a:lnT w="38100" cmpd="sng">
                      <a:noFill/>
                    </a:lnT>
                    <a:lnB w="12700" cap="flat" cmpd="sng" algn="ctr">
                      <a:noFill/>
                      <a:prstDash val="solid"/>
                    </a:lnB>
                    <a:noFill/>
                  </a:tcPr>
                </a:tc>
                <a:tc>
                  <a:txBody>
                    <a:bodyPr/>
                    <a:lstStyle/>
                    <a:p>
                      <a:pPr algn="l" fontAlgn="base">
                        <a:lnSpc>
                          <a:spcPts val="1350"/>
                        </a:lnSpc>
                        <a:buNone/>
                      </a:pPr>
                      <a:r>
                        <a:rPr lang="en-US" sz="2400" b="0" i="0" cap="none" spc="0">
                          <a:solidFill>
                            <a:schemeClr val="tx1"/>
                          </a:solidFill>
                          <a:effectLst/>
                          <a:latin typeface="Corbel" panose="020B0503020204020204" pitchFamily="34" charset="0"/>
                        </a:rPr>
                        <a:t>SERIAL​</a:t>
                      </a:r>
                      <a:endParaRPr lang="en-US" sz="2400" b="0" i="0" cap="none" spc="0">
                        <a:solidFill>
                          <a:schemeClr val="tx1"/>
                        </a:solidFill>
                        <a:effectLst/>
                      </a:endParaRPr>
                    </a:p>
                  </a:txBody>
                  <a:tcPr marL="157642" marR="157642" marT="110349" marB="110349" anchor="ctr">
                    <a:lnL w="12700" cmpd="sng">
                      <a:noFill/>
                      <a:prstDash val="solid"/>
                    </a:lnL>
                    <a:lnR w="12700" cmpd="sng">
                      <a:noFill/>
                      <a:prstDash val="solid"/>
                    </a:lnR>
                    <a:lnT w="38100" cmpd="sng">
                      <a:noFill/>
                    </a:lnT>
                    <a:lnB w="12700" cap="flat" cmpd="sng" algn="ctr">
                      <a:noFill/>
                      <a:prstDash val="solid"/>
                    </a:lnB>
                    <a:noFill/>
                  </a:tcPr>
                </a:tc>
                <a:tc>
                  <a:txBody>
                    <a:bodyPr/>
                    <a:lstStyle/>
                    <a:p>
                      <a:pPr algn="l" fontAlgn="base">
                        <a:lnSpc>
                          <a:spcPts val="1350"/>
                        </a:lnSpc>
                        <a:buNone/>
                      </a:pPr>
                      <a:r>
                        <a:rPr lang="en-US" sz="2400" b="0" i="0" cap="none" spc="0">
                          <a:solidFill>
                            <a:schemeClr val="tx1"/>
                          </a:solidFill>
                          <a:effectLst/>
                          <a:latin typeface="Corbel" panose="020B0503020204020204" pitchFamily="34" charset="0"/>
                        </a:rPr>
                        <a:t>PRIMARY KEY​</a:t>
                      </a:r>
                      <a:endParaRPr lang="en-US" sz="2400" b="0" i="0" cap="none" spc="0">
                        <a:solidFill>
                          <a:schemeClr val="tx1"/>
                        </a:solidFill>
                        <a:effectLst/>
                      </a:endParaRPr>
                    </a:p>
                  </a:txBody>
                  <a:tcPr marL="157642" marR="157642" marT="110349" marB="110349" anchor="ctr">
                    <a:lnL w="12700" cmpd="sng">
                      <a:noFill/>
                      <a:prstDash val="solid"/>
                    </a:lnL>
                    <a:lnR w="28575" cap="flat" cmpd="sng" algn="ctr">
                      <a:noFill/>
                      <a:prstDash val="solid"/>
                    </a:lnR>
                    <a:lnT w="38100" cmpd="sng">
                      <a:noFill/>
                    </a:lnT>
                    <a:lnB w="12700" cap="flat" cmpd="sng" algn="ctr">
                      <a:noFill/>
                      <a:prstDash val="solid"/>
                    </a:lnB>
                    <a:noFill/>
                  </a:tcPr>
                </a:tc>
                <a:extLst>
                  <a:ext uri="{0D108BD9-81ED-4DB2-BD59-A6C34878D82A}">
                    <a16:rowId xmlns:a16="http://schemas.microsoft.com/office/drawing/2014/main" val="1431395546"/>
                  </a:ext>
                </a:extLst>
              </a:tr>
              <a:tr h="590281">
                <a:tc>
                  <a:txBody>
                    <a:bodyPr/>
                    <a:lstStyle/>
                    <a:p>
                      <a:pPr algn="l" fontAlgn="base">
                        <a:lnSpc>
                          <a:spcPts val="1350"/>
                        </a:lnSpc>
                        <a:buNone/>
                      </a:pPr>
                      <a:r>
                        <a:rPr lang="en-US" sz="2100" b="1" i="0" cap="none" spc="0">
                          <a:solidFill>
                            <a:schemeClr val="tx1"/>
                          </a:solidFill>
                          <a:effectLst/>
                          <a:latin typeface="Corbel" panose="020B0503020204020204" pitchFamily="34" charset="0"/>
                        </a:rPr>
                        <a:t>title</a:t>
                      </a:r>
                      <a:r>
                        <a:rPr lang="en-US" sz="2100" b="0" i="0" cap="none" spc="0">
                          <a:solidFill>
                            <a:schemeClr val="tx1"/>
                          </a:solidFill>
                          <a:effectLst/>
                          <a:latin typeface="Corbel" panose="020B0503020204020204" pitchFamily="34" charset="0"/>
                        </a:rPr>
                        <a:t>​</a:t>
                      </a:r>
                      <a:endParaRPr lang="en-US" sz="2100" b="0" i="0" cap="none" spc="0">
                        <a:solidFill>
                          <a:schemeClr val="tx1"/>
                        </a:solidFill>
                        <a:effectLst/>
                      </a:endParaRPr>
                    </a:p>
                  </a:txBody>
                  <a:tcPr marL="157642" marR="157642" marT="110349" marB="110349"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ase">
                        <a:lnSpc>
                          <a:spcPts val="1350"/>
                        </a:lnSpc>
                        <a:buNone/>
                      </a:pPr>
                      <a:r>
                        <a:rPr lang="en-US" sz="2100" b="0" i="0" cap="none" spc="0">
                          <a:solidFill>
                            <a:schemeClr val="tx1"/>
                          </a:solidFill>
                          <a:effectLst/>
                          <a:latin typeface="Corbel" panose="020B0503020204020204" pitchFamily="34" charset="0"/>
                        </a:rPr>
                        <a:t>TEXT​</a:t>
                      </a:r>
                      <a:endParaRPr lang="en-US" sz="2100" b="0" i="0" cap="none" spc="0">
                        <a:solidFill>
                          <a:schemeClr val="tx1"/>
                        </a:solidFill>
                        <a:effectLst/>
                      </a:endParaRPr>
                    </a:p>
                  </a:txBody>
                  <a:tcPr marL="157642" marR="157642" marT="110349" marB="110349"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ase">
                        <a:lnSpc>
                          <a:spcPts val="1350"/>
                        </a:lnSpc>
                        <a:buNone/>
                      </a:pPr>
                      <a:r>
                        <a:rPr lang="en-US" sz="2100" b="0" i="0" cap="none" spc="0">
                          <a:solidFill>
                            <a:schemeClr val="tx1"/>
                          </a:solidFill>
                          <a:effectLst/>
                          <a:latin typeface="Corbel" panose="020B0503020204020204" pitchFamily="34" charset="0"/>
                        </a:rPr>
                        <a:t>NOT NULL​</a:t>
                      </a:r>
                      <a:endParaRPr lang="en-US" sz="2100" b="0" i="0" cap="none" spc="0">
                        <a:solidFill>
                          <a:schemeClr val="tx1"/>
                        </a:solidFill>
                        <a:effectLst/>
                      </a:endParaRPr>
                    </a:p>
                  </a:txBody>
                  <a:tcPr marL="157642" marR="157642" marT="110349" marB="110349"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1400424886"/>
                  </a:ext>
                </a:extLst>
              </a:tr>
              <a:tr h="592143">
                <a:tc>
                  <a:txBody>
                    <a:bodyPr/>
                    <a:lstStyle/>
                    <a:p>
                      <a:pPr algn="l" fontAlgn="base">
                        <a:lnSpc>
                          <a:spcPts val="1350"/>
                        </a:lnSpc>
                        <a:buNone/>
                      </a:pPr>
                      <a:r>
                        <a:rPr lang="en-US" sz="2400" b="1" i="0" cap="none" spc="0">
                          <a:solidFill>
                            <a:schemeClr val="tx1"/>
                          </a:solidFill>
                          <a:effectLst/>
                          <a:latin typeface="Corbel" panose="020B0503020204020204" pitchFamily="34" charset="0"/>
                        </a:rPr>
                        <a:t>content</a:t>
                      </a:r>
                      <a:r>
                        <a:rPr lang="en-US" sz="2400" b="0" i="0" cap="none" spc="0">
                          <a:solidFill>
                            <a:schemeClr val="tx1"/>
                          </a:solidFill>
                          <a:effectLst/>
                          <a:latin typeface="Corbel" panose="020B0503020204020204" pitchFamily="34" charset="0"/>
                        </a:rPr>
                        <a:t>​</a:t>
                      </a:r>
                      <a:endParaRPr lang="en-US" sz="2400" b="0" i="0" cap="none" spc="0">
                        <a:solidFill>
                          <a:schemeClr val="tx1"/>
                        </a:solidFill>
                        <a:effectLst/>
                      </a:endParaRPr>
                    </a:p>
                  </a:txBody>
                  <a:tcPr marL="157642" marR="157642" marT="110349" marB="110349" anchor="ctr">
                    <a:lnL w="28575" cap="flat" cmpd="sng" algn="ctr">
                      <a:noFill/>
                      <a:prstDash val="solid"/>
                    </a:lnL>
                    <a:lnR w="12700" cmpd="sng">
                      <a:noFill/>
                      <a:prstDash val="solid"/>
                    </a:lnR>
                    <a:lnT w="12700" cmpd="sng">
                      <a:noFill/>
                      <a:prstDash val="solid"/>
                    </a:lnT>
                    <a:lnB w="12700" cap="flat" cmpd="sng" algn="ctr">
                      <a:noFill/>
                      <a:prstDash val="solid"/>
                    </a:lnB>
                    <a:noFill/>
                  </a:tcPr>
                </a:tc>
                <a:tc>
                  <a:txBody>
                    <a:bodyPr/>
                    <a:lstStyle/>
                    <a:p>
                      <a:pPr algn="l" fontAlgn="base">
                        <a:lnSpc>
                          <a:spcPts val="1350"/>
                        </a:lnSpc>
                        <a:buNone/>
                      </a:pPr>
                      <a:r>
                        <a:rPr lang="en-US" sz="2400" b="0" i="0" cap="none" spc="0">
                          <a:solidFill>
                            <a:schemeClr val="tx1"/>
                          </a:solidFill>
                          <a:effectLst/>
                          <a:latin typeface="Corbel" panose="020B0503020204020204" pitchFamily="34" charset="0"/>
                        </a:rPr>
                        <a:t>TEXT​</a:t>
                      </a:r>
                      <a:endParaRPr lang="en-US" sz="2400" b="0" i="0" cap="none" spc="0">
                        <a:solidFill>
                          <a:schemeClr val="tx1"/>
                        </a:solidFill>
                        <a:effectLst/>
                      </a:endParaRPr>
                    </a:p>
                  </a:txBody>
                  <a:tcPr marL="157642" marR="157642" marT="110349" marB="110349"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ase">
                        <a:lnSpc>
                          <a:spcPts val="1350"/>
                        </a:lnSpc>
                        <a:buNone/>
                      </a:pPr>
                      <a:r>
                        <a:rPr lang="en-US" sz="2400" b="0" i="0" cap="none" spc="0">
                          <a:solidFill>
                            <a:schemeClr val="tx1"/>
                          </a:solidFill>
                          <a:effectLst/>
                          <a:latin typeface="Corbel" panose="020B0503020204020204" pitchFamily="34" charset="0"/>
                        </a:rPr>
                        <a:t>NULLABLE​</a:t>
                      </a:r>
                      <a:endParaRPr lang="en-US" sz="2400" b="0" i="0" cap="none" spc="0">
                        <a:solidFill>
                          <a:schemeClr val="tx1"/>
                        </a:solidFill>
                        <a:effectLst/>
                      </a:endParaRPr>
                    </a:p>
                  </a:txBody>
                  <a:tcPr marL="157642" marR="157642" marT="110349" marB="110349" anchor="ctr">
                    <a:lnL w="12700" cmpd="sng">
                      <a:noFill/>
                      <a:prstDash val="solid"/>
                    </a:lnL>
                    <a:lnR w="28575" cap="flat" cmpd="sng" algn="ctr">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1629585173"/>
                  </a:ext>
                </a:extLst>
              </a:tr>
              <a:tr h="590281">
                <a:tc>
                  <a:txBody>
                    <a:bodyPr/>
                    <a:lstStyle/>
                    <a:p>
                      <a:pPr algn="l" fontAlgn="base">
                        <a:lnSpc>
                          <a:spcPts val="1350"/>
                        </a:lnSpc>
                        <a:buNone/>
                      </a:pPr>
                      <a:r>
                        <a:rPr lang="en-US" sz="2100" b="1" i="0" cap="none" spc="0">
                          <a:solidFill>
                            <a:schemeClr val="tx1"/>
                          </a:solidFill>
                          <a:effectLst/>
                          <a:latin typeface="Corbel" panose="020B0503020204020204" pitchFamily="34" charset="0"/>
                        </a:rPr>
                        <a:t>created_at</a:t>
                      </a:r>
                      <a:r>
                        <a:rPr lang="en-US" sz="2100" b="0" i="0" cap="none" spc="0">
                          <a:solidFill>
                            <a:schemeClr val="tx1"/>
                          </a:solidFill>
                          <a:effectLst/>
                          <a:latin typeface="Corbel" panose="020B0503020204020204" pitchFamily="34" charset="0"/>
                        </a:rPr>
                        <a:t>​</a:t>
                      </a:r>
                      <a:endParaRPr lang="en-US" sz="2100" b="0" i="0" cap="none" spc="0">
                        <a:solidFill>
                          <a:schemeClr val="tx1"/>
                        </a:solidFill>
                        <a:effectLst/>
                      </a:endParaRPr>
                    </a:p>
                  </a:txBody>
                  <a:tcPr marL="157642" marR="157642" marT="110349" marB="110349"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ase">
                        <a:lnSpc>
                          <a:spcPts val="1350"/>
                        </a:lnSpc>
                        <a:buNone/>
                      </a:pPr>
                      <a:r>
                        <a:rPr lang="en-US" sz="2100" b="0" i="0" cap="none" spc="0">
                          <a:solidFill>
                            <a:schemeClr val="tx1"/>
                          </a:solidFill>
                          <a:effectLst/>
                          <a:latin typeface="Corbel" panose="020B0503020204020204" pitchFamily="34" charset="0"/>
                        </a:rPr>
                        <a:t>TIMESTAMPTZ​</a:t>
                      </a:r>
                      <a:endParaRPr lang="en-US" sz="2100" b="0" i="0" cap="none" spc="0">
                        <a:solidFill>
                          <a:schemeClr val="tx1"/>
                        </a:solidFill>
                        <a:effectLst/>
                      </a:endParaRPr>
                    </a:p>
                  </a:txBody>
                  <a:tcPr marL="157642" marR="157642" marT="110349" marB="110349"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ase">
                        <a:lnSpc>
                          <a:spcPts val="1350"/>
                        </a:lnSpc>
                        <a:buNone/>
                      </a:pPr>
                      <a:r>
                        <a:rPr lang="en-US" sz="2100" b="0" i="0" cap="none" spc="0">
                          <a:solidFill>
                            <a:schemeClr val="tx1"/>
                          </a:solidFill>
                          <a:effectLst/>
                          <a:latin typeface="Corbel" panose="020B0503020204020204" pitchFamily="34" charset="0"/>
                        </a:rPr>
                        <a:t>DEFAULT NOW()​</a:t>
                      </a:r>
                      <a:endParaRPr lang="en-US" sz="2100" b="0" i="0" cap="none" spc="0">
                        <a:solidFill>
                          <a:schemeClr val="tx1"/>
                        </a:solidFill>
                        <a:effectLst/>
                      </a:endParaRPr>
                    </a:p>
                  </a:txBody>
                  <a:tcPr marL="157642" marR="157642" marT="110349" marB="110349"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2879995017"/>
                  </a:ext>
                </a:extLst>
              </a:tr>
              <a:tr h="592143">
                <a:tc>
                  <a:txBody>
                    <a:bodyPr/>
                    <a:lstStyle/>
                    <a:p>
                      <a:pPr algn="l" fontAlgn="base">
                        <a:lnSpc>
                          <a:spcPts val="1350"/>
                        </a:lnSpc>
                        <a:buNone/>
                      </a:pPr>
                      <a:r>
                        <a:rPr lang="en-US" sz="2400" b="1" i="0" cap="none" spc="0">
                          <a:solidFill>
                            <a:schemeClr val="tx1"/>
                          </a:solidFill>
                          <a:effectLst/>
                          <a:latin typeface="Corbel" panose="020B0503020204020204" pitchFamily="34" charset="0"/>
                        </a:rPr>
                        <a:t>updated_at</a:t>
                      </a:r>
                      <a:r>
                        <a:rPr lang="en-US" sz="2400" b="0" i="0" cap="none" spc="0">
                          <a:solidFill>
                            <a:schemeClr val="tx1"/>
                          </a:solidFill>
                          <a:effectLst/>
                          <a:latin typeface="Corbel" panose="020B0503020204020204" pitchFamily="34" charset="0"/>
                        </a:rPr>
                        <a:t>​</a:t>
                      </a:r>
                      <a:endParaRPr lang="en-US" sz="2400" b="0" i="0" cap="none" spc="0">
                        <a:solidFill>
                          <a:schemeClr val="tx1"/>
                        </a:solidFill>
                        <a:effectLst/>
                      </a:endParaRPr>
                    </a:p>
                  </a:txBody>
                  <a:tcPr marL="157642" marR="157642" marT="110349" marB="110349" anchor="ctr">
                    <a:lnL w="28575" cap="flat" cmpd="sng" algn="ctr">
                      <a:noFill/>
                      <a:prstDash val="solid"/>
                    </a:lnL>
                    <a:lnR w="12700" cmpd="sng">
                      <a:noFill/>
                      <a:prstDash val="solid"/>
                    </a:lnR>
                    <a:lnT w="12700" cmpd="sng">
                      <a:noFill/>
                      <a:prstDash val="solid"/>
                    </a:lnT>
                    <a:lnB w="28575" cap="flat" cmpd="sng" algn="ctr">
                      <a:noFill/>
                      <a:prstDash val="solid"/>
                    </a:lnB>
                    <a:noFill/>
                  </a:tcPr>
                </a:tc>
                <a:tc>
                  <a:txBody>
                    <a:bodyPr/>
                    <a:lstStyle/>
                    <a:p>
                      <a:pPr algn="l" fontAlgn="base">
                        <a:lnSpc>
                          <a:spcPts val="1350"/>
                        </a:lnSpc>
                        <a:buNone/>
                      </a:pPr>
                      <a:r>
                        <a:rPr lang="en-US" sz="2400" b="0" i="0" cap="none" spc="0">
                          <a:solidFill>
                            <a:schemeClr val="tx1"/>
                          </a:solidFill>
                          <a:effectLst/>
                          <a:latin typeface="Corbel" panose="020B0503020204020204" pitchFamily="34" charset="0"/>
                        </a:rPr>
                        <a:t>TIMESTAMPTZ​</a:t>
                      </a:r>
                      <a:endParaRPr lang="en-US" sz="2400" b="0" i="0" cap="none" spc="0">
                        <a:solidFill>
                          <a:schemeClr val="tx1"/>
                        </a:solidFill>
                        <a:effectLst/>
                      </a:endParaRPr>
                    </a:p>
                  </a:txBody>
                  <a:tcPr marL="157642" marR="157642" marT="110349" marB="110349" anchor="ctr">
                    <a:lnL w="12700" cmpd="sng">
                      <a:noFill/>
                      <a:prstDash val="solid"/>
                    </a:lnL>
                    <a:lnR w="12700" cmpd="sng">
                      <a:noFill/>
                      <a:prstDash val="solid"/>
                    </a:lnR>
                    <a:lnT w="12700" cmpd="sng">
                      <a:noFill/>
                      <a:prstDash val="solid"/>
                    </a:lnT>
                    <a:lnB w="28575" cap="flat" cmpd="sng" algn="ctr">
                      <a:noFill/>
                      <a:prstDash val="solid"/>
                    </a:lnB>
                    <a:noFill/>
                  </a:tcPr>
                </a:tc>
                <a:tc>
                  <a:txBody>
                    <a:bodyPr/>
                    <a:lstStyle/>
                    <a:p>
                      <a:pPr algn="l" fontAlgn="base">
                        <a:lnSpc>
                          <a:spcPts val="1350"/>
                        </a:lnSpc>
                        <a:buNone/>
                      </a:pPr>
                      <a:r>
                        <a:rPr lang="en-US" sz="2400" b="0" i="0" cap="none" spc="0">
                          <a:solidFill>
                            <a:schemeClr val="tx1"/>
                          </a:solidFill>
                          <a:effectLst/>
                          <a:latin typeface="Corbel" panose="020B0503020204020204" pitchFamily="34" charset="0"/>
                        </a:rPr>
                        <a:t>DEFAULT NOW()​</a:t>
                      </a:r>
                      <a:endParaRPr lang="en-US" sz="2400" b="0" i="0" cap="none" spc="0">
                        <a:solidFill>
                          <a:schemeClr val="tx1"/>
                        </a:solidFill>
                        <a:effectLst/>
                      </a:endParaRPr>
                    </a:p>
                  </a:txBody>
                  <a:tcPr marL="157642" marR="157642" marT="110349" marB="110349" anchor="ctr">
                    <a:lnL w="12700" cmpd="sng">
                      <a:noFill/>
                      <a:prstDash val="solid"/>
                    </a:lnL>
                    <a:lnR w="28575" cap="flat" cmpd="sng" algn="ctr">
                      <a:noFill/>
                      <a:prstDash val="solid"/>
                    </a:lnR>
                    <a:lnT w="12700" cmpd="sng">
                      <a:noFill/>
                      <a:prstDash val="solid"/>
                    </a:lnT>
                    <a:lnB w="28575" cap="flat" cmpd="sng" algn="ctr">
                      <a:noFill/>
                      <a:prstDash val="solid"/>
                    </a:lnB>
                    <a:noFill/>
                  </a:tcPr>
                </a:tc>
                <a:extLst>
                  <a:ext uri="{0D108BD9-81ED-4DB2-BD59-A6C34878D82A}">
                    <a16:rowId xmlns:a16="http://schemas.microsoft.com/office/drawing/2014/main" val="3148251493"/>
                  </a:ext>
                </a:extLst>
              </a:tr>
            </a:tbl>
          </a:graphicData>
        </a:graphic>
      </p:graphicFrame>
      <p:sp>
        <p:nvSpPr>
          <p:cNvPr id="5" name="Rectangle 1">
            <a:extLst>
              <a:ext uri="{FF2B5EF4-FFF2-40B4-BE49-F238E27FC236}">
                <a16:creationId xmlns:a16="http://schemas.microsoft.com/office/drawing/2014/main" id="{9F012504-A513-3EE0-3CA8-9CDB23F40898}"/>
              </a:ext>
            </a:extLst>
          </p:cNvPr>
          <p:cNvSpPr>
            <a:spLocks noChangeArrowheads="1"/>
          </p:cNvSpPr>
          <p:nvPr/>
        </p:nvSpPr>
        <p:spPr bwMode="auto">
          <a:xfrm>
            <a:off x="0" y="-361637"/>
            <a:ext cx="12192000" cy="72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spcBef>
                <a:spcPct val="0"/>
              </a:spcBef>
              <a:spcAft>
                <a:spcPts val="600"/>
              </a:spcAft>
              <a:buClrTx/>
              <a:buSzTx/>
              <a:buFontTx/>
              <a:buNone/>
              <a:tabLst/>
            </a:pPr>
            <a:r>
              <a:rPr kumimoji="0" lang="ja-JP" altLang="ja-JP" b="0" i="0" u="none" strike="noStrike" cap="none" normalizeH="0" baseline="0">
                <a:ln>
                  <a:noFill/>
                </a:ln>
                <a:solidFill>
                  <a:srgbClr val="000000"/>
                </a:solidFill>
                <a:effectLst/>
                <a:latin typeface="Noto Sans JP" panose="020B0200000000000000" pitchFamily="50" charset="-128"/>
                <a:ea typeface="Noto Sans JP" panose="020B0200000000000000" pitchFamily="50" charset="-128"/>
              </a:rPr>
              <a:t> </a:t>
            </a:r>
            <a:endParaRPr kumimoji="0" lang="ja-JP" altLang="ja-JP" b="0" i="0" u="none" strike="noStrike" cap="none" normalizeH="0" baseline="0">
              <a:ln>
                <a:noFill/>
              </a:ln>
              <a:solidFill>
                <a:schemeClr val="tx1"/>
              </a:solidFill>
              <a:effectLst/>
            </a:endParaRPr>
          </a:p>
          <a:p>
            <a:pPr marL="0" marR="0" lvl="0" indent="0" algn="l" defTabSz="914400" rtl="0" eaLnBrk="0" fontAlgn="base" latinLnBrk="0" hangingPunct="0">
              <a:spcBef>
                <a:spcPct val="0"/>
              </a:spcBef>
              <a:spcAft>
                <a:spcPts val="600"/>
              </a:spcAft>
              <a:buClrTx/>
              <a:buSzTx/>
              <a:buFontTx/>
              <a:buNone/>
              <a:tabLst/>
            </a:pPr>
            <a:endParaRPr kumimoji="0" lang="ja-JP" altLang="ja-JP" b="0" i="0" u="none" strike="noStrike" cap="none" normalizeH="0" baseline="0">
              <a:ln>
                <a:noFill/>
              </a:ln>
              <a:solidFill>
                <a:schemeClr val="tx1"/>
              </a:solidFill>
              <a:effectLst/>
              <a:latin typeface="Arial" panose="020B0604020202020204" pitchFamily="34" charset="0"/>
            </a:endParaRPr>
          </a:p>
        </p:txBody>
      </p:sp>
      <p:sp>
        <p:nvSpPr>
          <p:cNvPr id="6" name="テキスト ボックス 5">
            <a:extLst>
              <a:ext uri="{FF2B5EF4-FFF2-40B4-BE49-F238E27FC236}">
                <a16:creationId xmlns:a16="http://schemas.microsoft.com/office/drawing/2014/main" id="{8D918978-8E35-C18B-E8DE-0C25BF6EFE77}"/>
              </a:ext>
            </a:extLst>
          </p:cNvPr>
          <p:cNvSpPr txBox="1"/>
          <p:nvPr/>
        </p:nvSpPr>
        <p:spPr>
          <a:xfrm>
            <a:off x="389091" y="1888611"/>
            <a:ext cx="3462807" cy="523220"/>
          </a:xfrm>
          <a:prstGeom prst="rect">
            <a:avLst/>
          </a:prstGeom>
          <a:noFill/>
        </p:spPr>
        <p:txBody>
          <a:bodyPr wrap="none" rtlCol="0">
            <a:spAutoFit/>
          </a:bodyPr>
          <a:lstStyle/>
          <a:p>
            <a:r>
              <a:rPr lang="en-US" altLang="ja-JP" sz="2800" dirty="0"/>
              <a:t>memo </a:t>
            </a:r>
            <a:r>
              <a:rPr lang="ja-JP" altLang="en-US" sz="2800" dirty="0"/>
              <a:t>テーブル構造</a:t>
            </a:r>
            <a:endParaRPr kumimoji="1" lang="ja-JP" altLang="en-US" sz="2800" dirty="0"/>
          </a:p>
        </p:txBody>
      </p:sp>
    </p:spTree>
    <p:extLst>
      <p:ext uri="{BB962C8B-B14F-4D97-AF65-F5344CB8AC3E}">
        <p14:creationId xmlns:p14="http://schemas.microsoft.com/office/powerpoint/2010/main" val="12446010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B0409D9-5025-3DD2-DE83-84E9828E2E01}"/>
              </a:ext>
            </a:extLst>
          </p:cNvPr>
          <p:cNvSpPr>
            <a:spLocks noGrp="1"/>
          </p:cNvSpPr>
          <p:nvPr>
            <p:ph type="title"/>
          </p:nvPr>
        </p:nvSpPr>
        <p:spPr/>
        <p:txBody>
          <a:bodyPr/>
          <a:lstStyle/>
          <a:p>
            <a:r>
              <a:rPr kumimoji="1" lang="en-US" altLang="ja-JP" dirty="0"/>
              <a:t>Web</a:t>
            </a:r>
            <a:r>
              <a:rPr kumimoji="1" lang="ja-JP" altLang="en-US" dirty="0"/>
              <a:t>アプリケーションの</a:t>
            </a:r>
            <a:r>
              <a:rPr kumimoji="1" lang="en-US" altLang="ja-JP" dirty="0"/>
              <a:t>3</a:t>
            </a:r>
            <a:r>
              <a:rPr kumimoji="1" lang="ja-JP" altLang="en-US" dirty="0"/>
              <a:t>層構造と役割</a:t>
            </a:r>
          </a:p>
        </p:txBody>
      </p:sp>
      <p:graphicFrame>
        <p:nvGraphicFramePr>
          <p:cNvPr id="4" name="コンテンツ プレースホルダー 3">
            <a:extLst>
              <a:ext uri="{FF2B5EF4-FFF2-40B4-BE49-F238E27FC236}">
                <a16:creationId xmlns:a16="http://schemas.microsoft.com/office/drawing/2014/main" id="{E4B486E5-259A-9418-2F43-65E4DACA908C}"/>
              </a:ext>
            </a:extLst>
          </p:cNvPr>
          <p:cNvGraphicFramePr>
            <a:graphicFrameLocks noGrp="1"/>
          </p:cNvGraphicFramePr>
          <p:nvPr>
            <p:ph idx="1"/>
            <p:extLst>
              <p:ext uri="{D42A27DB-BD31-4B8C-83A1-F6EECF244321}">
                <p14:modId xmlns:p14="http://schemas.microsoft.com/office/powerpoint/2010/main" val="3533939966"/>
              </p:ext>
            </p:extLst>
          </p:nvPr>
        </p:nvGraphicFramePr>
        <p:xfrm>
          <a:off x="1714500" y="2724944"/>
          <a:ext cx="8763000" cy="1775460"/>
        </p:xfrm>
        <a:graphic>
          <a:graphicData uri="http://schemas.openxmlformats.org/drawingml/2006/table">
            <a:tbl>
              <a:tblPr/>
              <a:tblGrid>
                <a:gridCol w="2842260">
                  <a:extLst>
                    <a:ext uri="{9D8B030D-6E8A-4147-A177-3AD203B41FA5}">
                      <a16:colId xmlns:a16="http://schemas.microsoft.com/office/drawing/2014/main" val="132150706"/>
                    </a:ext>
                  </a:extLst>
                </a:gridCol>
                <a:gridCol w="2758440">
                  <a:extLst>
                    <a:ext uri="{9D8B030D-6E8A-4147-A177-3AD203B41FA5}">
                      <a16:colId xmlns:a16="http://schemas.microsoft.com/office/drawing/2014/main" val="2126116630"/>
                    </a:ext>
                  </a:extLst>
                </a:gridCol>
                <a:gridCol w="3162300">
                  <a:extLst>
                    <a:ext uri="{9D8B030D-6E8A-4147-A177-3AD203B41FA5}">
                      <a16:colId xmlns:a16="http://schemas.microsoft.com/office/drawing/2014/main" val="724025463"/>
                    </a:ext>
                  </a:extLst>
                </a:gridCol>
              </a:tblGrid>
              <a:tr h="472440">
                <a:tc>
                  <a:txBody>
                    <a:bodyPr/>
                    <a:lstStyle/>
                    <a:p>
                      <a:pPr algn="l" fontAlgn="base">
                        <a:lnSpc>
                          <a:spcPts val="2025"/>
                        </a:lnSpc>
                        <a:buNone/>
                      </a:pPr>
                      <a:r>
                        <a:rPr lang="ja-JP" altLang="en-US" sz="1700" b="1" i="0" cap="all">
                          <a:solidFill>
                            <a:srgbClr val="000000"/>
                          </a:solidFill>
                          <a:effectLst/>
                          <a:ea typeface="Univers Condensed Light" panose="020F0502020204030204" pitchFamily="34" charset="0"/>
                        </a:rPr>
                        <a:t>層</a:t>
                      </a:r>
                      <a:r>
                        <a:rPr lang="ja-JP" altLang="en-US" sz="1700" b="1" i="0">
                          <a:solidFill>
                            <a:srgbClr val="FFFFFF"/>
                          </a:solidFill>
                          <a:effectLst/>
                          <a:latin typeface="Univers Condensed Light" panose="020F0502020204030204" pitchFamily="34" charset="0"/>
                        </a:rPr>
                        <a:t>​</a:t>
                      </a:r>
                      <a:endParaRPr lang="ja-JP" altLang="en-US" b="1" i="0">
                        <a:solidFill>
                          <a:srgbClr val="FFFFFF"/>
                        </a:solidFill>
                        <a:effectLst/>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fontAlgn="base">
                        <a:lnSpc>
                          <a:spcPts val="2025"/>
                        </a:lnSpc>
                        <a:buNone/>
                      </a:pPr>
                      <a:r>
                        <a:rPr lang="ja-JP" altLang="en-US" sz="1700" b="1" i="0" cap="all">
                          <a:solidFill>
                            <a:srgbClr val="000000"/>
                          </a:solidFill>
                          <a:effectLst/>
                          <a:ea typeface="Univers Condensed Light" panose="020F0502020204030204" pitchFamily="34" charset="0"/>
                        </a:rPr>
                        <a:t>コンポーネント</a:t>
                      </a:r>
                      <a:r>
                        <a:rPr lang="ja-JP" altLang="en-US" sz="1700" b="1" i="0">
                          <a:solidFill>
                            <a:srgbClr val="FFFFFF"/>
                          </a:solidFill>
                          <a:effectLst/>
                          <a:latin typeface="Univers Condensed Light" panose="020F0502020204030204" pitchFamily="34" charset="0"/>
                        </a:rPr>
                        <a:t>​</a:t>
                      </a:r>
                      <a:endParaRPr lang="ja-JP" altLang="en-US" b="1" i="0">
                        <a:solidFill>
                          <a:srgbClr val="FFFFFF"/>
                        </a:solidFill>
                        <a:effectLst/>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fontAlgn="base">
                        <a:lnSpc>
                          <a:spcPts val="2025"/>
                        </a:lnSpc>
                        <a:buNone/>
                      </a:pPr>
                      <a:r>
                        <a:rPr lang="ja-JP" altLang="en-US" sz="1700" b="1" i="0" cap="all">
                          <a:solidFill>
                            <a:srgbClr val="000000"/>
                          </a:solidFill>
                          <a:effectLst/>
                          <a:ea typeface="Univers Condensed Light" panose="020F0502020204030204" pitchFamily="34" charset="0"/>
                        </a:rPr>
                        <a:t>役割</a:t>
                      </a:r>
                      <a:r>
                        <a:rPr lang="ja-JP" altLang="en-US" sz="1700" b="1" i="0">
                          <a:solidFill>
                            <a:srgbClr val="FFFFFF"/>
                          </a:solidFill>
                          <a:effectLst/>
                          <a:latin typeface="Univers Condensed Light" panose="020F0502020204030204" pitchFamily="34" charset="0"/>
                        </a:rPr>
                        <a:t>​</a:t>
                      </a:r>
                      <a:endParaRPr lang="ja-JP" altLang="en-US" b="1" i="0">
                        <a:solidFill>
                          <a:srgbClr val="FFFFFF"/>
                        </a:solidFill>
                        <a:effectLst/>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79551026"/>
                  </a:ext>
                </a:extLst>
              </a:tr>
              <a:tr h="434340">
                <a:tc>
                  <a:txBody>
                    <a:bodyPr/>
                    <a:lstStyle/>
                    <a:p>
                      <a:pPr algn="l" fontAlgn="base">
                        <a:lnSpc>
                          <a:spcPts val="1650"/>
                        </a:lnSpc>
                        <a:buNone/>
                      </a:pPr>
                      <a:r>
                        <a:rPr lang="ja-JP" altLang="en-US" sz="1400" b="1" i="0">
                          <a:solidFill>
                            <a:srgbClr val="000000"/>
                          </a:solidFill>
                          <a:effectLst/>
                          <a:ea typeface="Univers Condensed Light" panose="020F0502020204030204" pitchFamily="34" charset="0"/>
                        </a:rPr>
                        <a:t>プレゼンテーション層</a:t>
                      </a:r>
                      <a:r>
                        <a:rPr lang="ja-JP" altLang="en-US" sz="1400" b="0" i="0">
                          <a:solidFill>
                            <a:srgbClr val="000000"/>
                          </a:solidFill>
                          <a:effectLst/>
                          <a:latin typeface="Univers Condensed Light" panose="020F0502020204030204" pitchFamily="34" charset="0"/>
                        </a:rPr>
                        <a:t>​</a:t>
                      </a:r>
                      <a:endParaRPr lang="ja-JP" altLang="en-US" b="0" i="0">
                        <a:solidFill>
                          <a:srgbClr val="000000"/>
                        </a:solidFill>
                        <a:effectLst/>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fontAlgn="base">
                        <a:lnSpc>
                          <a:spcPts val="1650"/>
                        </a:lnSpc>
                        <a:buNone/>
                      </a:pPr>
                      <a:r>
                        <a:rPr lang="en-US" sz="1400" b="0" i="0">
                          <a:solidFill>
                            <a:srgbClr val="000000"/>
                          </a:solidFill>
                          <a:effectLst/>
                          <a:latin typeface="Univers Condensed Light" panose="020F0502020204030204" pitchFamily="34" charset="0"/>
                        </a:rPr>
                        <a:t>Web</a:t>
                      </a:r>
                      <a:r>
                        <a:rPr lang="ja-JP" altLang="en-US" sz="1400" b="0" i="0">
                          <a:solidFill>
                            <a:srgbClr val="000000"/>
                          </a:solidFill>
                          <a:effectLst/>
                          <a:ea typeface="Univers Condensed Light" panose="020F0502020204030204" pitchFamily="34" charset="0"/>
                        </a:rPr>
                        <a:t>ブラウザ</a:t>
                      </a:r>
                      <a:r>
                        <a:rPr lang="ja-JP" altLang="en-US" sz="1400" b="0" i="0">
                          <a:solidFill>
                            <a:srgbClr val="000000"/>
                          </a:solidFill>
                          <a:effectLst/>
                          <a:latin typeface="Univers Condensed Light" panose="020F0502020204030204" pitchFamily="34" charset="0"/>
                        </a:rPr>
                        <a:t>​</a:t>
                      </a:r>
                      <a:endParaRPr lang="ja-JP" altLang="en-US" b="0" i="0">
                        <a:solidFill>
                          <a:srgbClr val="000000"/>
                        </a:solidFill>
                        <a:effectLst/>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fontAlgn="base">
                        <a:lnSpc>
                          <a:spcPts val="1650"/>
                        </a:lnSpc>
                        <a:buNone/>
                      </a:pPr>
                      <a:r>
                        <a:rPr lang="en-US" altLang="ja-JP" sz="1400" b="0" i="0">
                          <a:solidFill>
                            <a:srgbClr val="000000"/>
                          </a:solidFill>
                          <a:effectLst/>
                          <a:latin typeface="Univers Condensed Light" panose="020F0502020204030204" pitchFamily="34" charset="0"/>
                        </a:rPr>
                        <a:t>UI</a:t>
                      </a:r>
                      <a:r>
                        <a:rPr lang="ja-JP" altLang="en-US" sz="1400" b="0" i="0">
                          <a:solidFill>
                            <a:srgbClr val="000000"/>
                          </a:solidFill>
                          <a:effectLst/>
                          <a:ea typeface="Univers Condensed Light" panose="020F0502020204030204" pitchFamily="34" charset="0"/>
                        </a:rPr>
                        <a:t>表示、ユーザー入力</a:t>
                      </a:r>
                      <a:r>
                        <a:rPr lang="ja-JP" altLang="en-US" sz="1400" b="0" i="0">
                          <a:solidFill>
                            <a:srgbClr val="000000"/>
                          </a:solidFill>
                          <a:effectLst/>
                          <a:latin typeface="Univers Condensed Light" panose="020F0502020204030204" pitchFamily="34" charset="0"/>
                        </a:rPr>
                        <a:t>​</a:t>
                      </a:r>
                      <a:endParaRPr lang="ja-JP" altLang="en-US" b="0" i="0">
                        <a:solidFill>
                          <a:srgbClr val="000000"/>
                        </a:solidFill>
                        <a:effectLst/>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15314927"/>
                  </a:ext>
                </a:extLst>
              </a:tr>
              <a:tr h="434340">
                <a:tc>
                  <a:txBody>
                    <a:bodyPr/>
                    <a:lstStyle/>
                    <a:p>
                      <a:pPr algn="l" fontAlgn="base">
                        <a:lnSpc>
                          <a:spcPts val="1650"/>
                        </a:lnSpc>
                        <a:buNone/>
                      </a:pPr>
                      <a:r>
                        <a:rPr lang="ja-JP" altLang="en-US" sz="1400" b="1" i="0">
                          <a:solidFill>
                            <a:srgbClr val="000000"/>
                          </a:solidFill>
                          <a:effectLst/>
                          <a:ea typeface="Univers Condensed Light" panose="020F0502020204030204" pitchFamily="34" charset="0"/>
                        </a:rPr>
                        <a:t>アプリケーション層</a:t>
                      </a:r>
                      <a:r>
                        <a:rPr lang="ja-JP" altLang="en-US" sz="1400" b="0" i="0">
                          <a:solidFill>
                            <a:srgbClr val="000000"/>
                          </a:solidFill>
                          <a:effectLst/>
                          <a:latin typeface="Univers Condensed Light" panose="020F0502020204030204" pitchFamily="34" charset="0"/>
                        </a:rPr>
                        <a:t>​</a:t>
                      </a:r>
                      <a:endParaRPr lang="ja-JP" altLang="en-US" b="0" i="0">
                        <a:solidFill>
                          <a:srgbClr val="000000"/>
                        </a:solidFill>
                        <a:effectLst/>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fontAlgn="base">
                        <a:lnSpc>
                          <a:spcPts val="1650"/>
                        </a:lnSpc>
                        <a:buNone/>
                      </a:pPr>
                      <a:r>
                        <a:rPr lang="en-US" sz="1400" b="0" i="0">
                          <a:solidFill>
                            <a:srgbClr val="000000"/>
                          </a:solidFill>
                          <a:effectLst/>
                          <a:latin typeface="Univers Condensed Light" panose="020F0502020204030204" pitchFamily="34" charset="0"/>
                        </a:rPr>
                        <a:t>FastAPI + Uvicorn​</a:t>
                      </a:r>
                      <a:endParaRPr lang="en-US" b="0" i="0">
                        <a:solidFill>
                          <a:srgbClr val="000000"/>
                        </a:solidFill>
                        <a:effectLst/>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tc>
                  <a:txBody>
                    <a:bodyPr/>
                    <a:lstStyle/>
                    <a:p>
                      <a:pPr algn="l" fontAlgn="base">
                        <a:lnSpc>
                          <a:spcPts val="1650"/>
                        </a:lnSpc>
                        <a:buNone/>
                      </a:pPr>
                      <a:r>
                        <a:rPr lang="ja-JP" altLang="en-US" sz="1400" b="0" i="0">
                          <a:solidFill>
                            <a:srgbClr val="000000"/>
                          </a:solidFill>
                          <a:effectLst/>
                          <a:ea typeface="Univers Condensed Light" panose="020F0502020204030204" pitchFamily="34" charset="0"/>
                        </a:rPr>
                        <a:t>ビジネスロジック、</a:t>
                      </a:r>
                      <a:r>
                        <a:rPr lang="en-US" altLang="ja-JP" sz="1400" b="0" i="0">
                          <a:solidFill>
                            <a:srgbClr val="000000"/>
                          </a:solidFill>
                          <a:effectLst/>
                          <a:latin typeface="Univers Condensed Light" panose="020F0502020204030204" pitchFamily="34" charset="0"/>
                        </a:rPr>
                        <a:t>API</a:t>
                      </a:r>
                      <a:r>
                        <a:rPr lang="ja-JP" altLang="en-US" sz="1400" b="0" i="0">
                          <a:solidFill>
                            <a:srgbClr val="000000"/>
                          </a:solidFill>
                          <a:effectLst/>
                          <a:ea typeface="Univers Condensed Light" panose="020F0502020204030204" pitchFamily="34" charset="0"/>
                        </a:rPr>
                        <a:t>処理</a:t>
                      </a:r>
                      <a:r>
                        <a:rPr lang="ja-JP" altLang="en-US" sz="1400" b="0" i="0">
                          <a:solidFill>
                            <a:srgbClr val="000000"/>
                          </a:solidFill>
                          <a:effectLst/>
                          <a:latin typeface="Univers Condensed Light" panose="020F0502020204030204" pitchFamily="34" charset="0"/>
                        </a:rPr>
                        <a:t>​</a:t>
                      </a:r>
                      <a:endParaRPr lang="ja-JP" altLang="en-US" b="0" i="0">
                        <a:solidFill>
                          <a:srgbClr val="000000"/>
                        </a:solidFill>
                        <a:effectLst/>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47085899"/>
                  </a:ext>
                </a:extLst>
              </a:tr>
              <a:tr h="434340">
                <a:tc>
                  <a:txBody>
                    <a:bodyPr/>
                    <a:lstStyle/>
                    <a:p>
                      <a:pPr algn="l" fontAlgn="base">
                        <a:lnSpc>
                          <a:spcPts val="1650"/>
                        </a:lnSpc>
                        <a:buNone/>
                      </a:pPr>
                      <a:r>
                        <a:rPr lang="ja-JP" altLang="en-US" sz="1400" b="1" i="0">
                          <a:solidFill>
                            <a:srgbClr val="000000"/>
                          </a:solidFill>
                          <a:effectLst/>
                          <a:ea typeface="Univers Condensed Light" panose="020F0502020204030204" pitchFamily="34" charset="0"/>
                        </a:rPr>
                        <a:t>データ層</a:t>
                      </a:r>
                      <a:r>
                        <a:rPr lang="ja-JP" altLang="en-US" sz="1400" b="0" i="0">
                          <a:solidFill>
                            <a:srgbClr val="000000"/>
                          </a:solidFill>
                          <a:effectLst/>
                          <a:latin typeface="Univers Condensed Light" panose="020F0502020204030204" pitchFamily="34" charset="0"/>
                        </a:rPr>
                        <a:t>​</a:t>
                      </a:r>
                      <a:endParaRPr lang="ja-JP" altLang="en-US" b="0" i="0">
                        <a:solidFill>
                          <a:srgbClr val="000000"/>
                        </a:solidFill>
                        <a:effectLst/>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762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lnSpc>
                          <a:spcPts val="1650"/>
                        </a:lnSpc>
                        <a:buNone/>
                      </a:pPr>
                      <a:r>
                        <a:rPr lang="en-US" sz="1400" b="0" i="0">
                          <a:solidFill>
                            <a:srgbClr val="000000"/>
                          </a:solidFill>
                          <a:effectLst/>
                          <a:latin typeface="Univers Condensed Light" panose="020F0502020204030204" pitchFamily="34" charset="0"/>
                        </a:rPr>
                        <a:t>PostgreSQL​</a:t>
                      </a:r>
                      <a:endParaRPr lang="en-US" b="0" i="0">
                        <a:solidFill>
                          <a:srgbClr val="000000"/>
                        </a:solidFill>
                        <a:effectLst/>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762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lnSpc>
                          <a:spcPts val="1650"/>
                        </a:lnSpc>
                        <a:buNone/>
                      </a:pPr>
                      <a:r>
                        <a:rPr lang="ja-JP" altLang="en-US" sz="1400" b="0" i="0" dirty="0">
                          <a:solidFill>
                            <a:srgbClr val="000000"/>
                          </a:solidFill>
                          <a:effectLst/>
                          <a:ea typeface="Univers Condensed Light" panose="020F0502020204030204" pitchFamily="34" charset="0"/>
                        </a:rPr>
                        <a:t>メモデータの永続化、整合性保持</a:t>
                      </a:r>
                      <a:r>
                        <a:rPr lang="ja-JP" altLang="en-US" sz="1400" b="0" i="0" dirty="0">
                          <a:solidFill>
                            <a:srgbClr val="000000"/>
                          </a:solidFill>
                          <a:effectLst/>
                          <a:latin typeface="Univers Condensed Light" panose="020F0502020204030204" pitchFamily="34" charset="0"/>
                        </a:rPr>
                        <a:t>​</a:t>
                      </a:r>
                      <a:endParaRPr lang="ja-JP" altLang="en-US" b="0" i="0" dirty="0">
                        <a:solidFill>
                          <a:srgbClr val="000000"/>
                        </a:solidFill>
                        <a:effectLst/>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762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681811958"/>
                  </a:ext>
                </a:extLst>
              </a:tr>
            </a:tbl>
          </a:graphicData>
        </a:graphic>
      </p:graphicFrame>
      <p:sp>
        <p:nvSpPr>
          <p:cNvPr id="5" name="Rectangle 1">
            <a:extLst>
              <a:ext uri="{FF2B5EF4-FFF2-40B4-BE49-F238E27FC236}">
                <a16:creationId xmlns:a16="http://schemas.microsoft.com/office/drawing/2014/main" id="{11F3A386-14FC-6B62-2D80-6B386D99B6B6}"/>
              </a:ext>
            </a:extLst>
          </p:cNvPr>
          <p:cNvSpPr>
            <a:spLocks noChangeArrowheads="1"/>
          </p:cNvSpPr>
          <p:nvPr/>
        </p:nvSpPr>
        <p:spPr bwMode="auto">
          <a:xfrm>
            <a:off x="1714500" y="272446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800" b="0" i="0" u="none" strike="noStrike" cap="none" normalizeH="0" baseline="0">
                <a:ln>
                  <a:noFill/>
                </a:ln>
                <a:solidFill>
                  <a:srgbClr val="000000"/>
                </a:solidFill>
                <a:effectLst/>
                <a:latin typeface="Noto Sans JP" panose="020B0200000000000000" pitchFamily="50" charset="-128"/>
                <a:ea typeface="Noto Sans JP" panose="020B0200000000000000" pitchFamily="50" charset="-128"/>
              </a:rPr>
              <a:t> </a:t>
            </a:r>
            <a:endParaRPr kumimoji="0" lang="ja-JP" altLang="ja-JP"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ja-JP" altLang="ja-JP"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21929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062759E-D617-ABCF-DFED-BAF8B749DE40}"/>
              </a:ext>
            </a:extLst>
          </p:cNvPr>
          <p:cNvSpPr>
            <a:spLocks noGrp="1"/>
          </p:cNvSpPr>
          <p:nvPr>
            <p:ph type="title"/>
          </p:nvPr>
        </p:nvSpPr>
        <p:spPr/>
        <p:txBody>
          <a:bodyPr/>
          <a:lstStyle/>
          <a:p>
            <a:r>
              <a:rPr kumimoji="1" lang="ja-JP" altLang="en-US" dirty="0"/>
              <a:t>クライアントから</a:t>
            </a:r>
            <a:r>
              <a:rPr kumimoji="1" lang="en-US" altLang="ja-JP" dirty="0"/>
              <a:t>DB</a:t>
            </a:r>
            <a:r>
              <a:rPr kumimoji="1" lang="ja-JP" altLang="en-US" dirty="0"/>
              <a:t>までの接続フロー</a:t>
            </a:r>
          </a:p>
        </p:txBody>
      </p:sp>
      <p:graphicFrame>
        <p:nvGraphicFramePr>
          <p:cNvPr id="4" name="コンテンツ プレースホルダー 3">
            <a:extLst>
              <a:ext uri="{FF2B5EF4-FFF2-40B4-BE49-F238E27FC236}">
                <a16:creationId xmlns:a16="http://schemas.microsoft.com/office/drawing/2014/main" id="{5E80DEE6-492A-29A6-3C73-EBBF356D00F3}"/>
              </a:ext>
            </a:extLst>
          </p:cNvPr>
          <p:cNvGraphicFramePr>
            <a:graphicFrameLocks noGrp="1"/>
          </p:cNvGraphicFramePr>
          <p:nvPr>
            <p:ph idx="1"/>
            <p:extLst>
              <p:ext uri="{D42A27DB-BD31-4B8C-83A1-F6EECF244321}">
                <p14:modId xmlns:p14="http://schemas.microsoft.com/office/powerpoint/2010/main" val="4193778946"/>
              </p:ext>
            </p:extLst>
          </p:nvPr>
        </p:nvGraphicFramePr>
        <p:xfrm>
          <a:off x="1967693" y="2740876"/>
          <a:ext cx="8755380" cy="1988820"/>
        </p:xfrm>
        <a:graphic>
          <a:graphicData uri="http://schemas.openxmlformats.org/drawingml/2006/table">
            <a:tbl>
              <a:tblPr/>
              <a:tblGrid>
                <a:gridCol w="3086100">
                  <a:extLst>
                    <a:ext uri="{9D8B030D-6E8A-4147-A177-3AD203B41FA5}">
                      <a16:colId xmlns:a16="http://schemas.microsoft.com/office/drawing/2014/main" val="618179703"/>
                    </a:ext>
                  </a:extLst>
                </a:gridCol>
                <a:gridCol w="2286000">
                  <a:extLst>
                    <a:ext uri="{9D8B030D-6E8A-4147-A177-3AD203B41FA5}">
                      <a16:colId xmlns:a16="http://schemas.microsoft.com/office/drawing/2014/main" val="2736132779"/>
                    </a:ext>
                  </a:extLst>
                </a:gridCol>
                <a:gridCol w="3383280">
                  <a:extLst>
                    <a:ext uri="{9D8B030D-6E8A-4147-A177-3AD203B41FA5}">
                      <a16:colId xmlns:a16="http://schemas.microsoft.com/office/drawing/2014/main" val="483647425"/>
                    </a:ext>
                  </a:extLst>
                </a:gridCol>
              </a:tblGrid>
              <a:tr h="510540">
                <a:tc>
                  <a:txBody>
                    <a:bodyPr/>
                    <a:lstStyle/>
                    <a:p>
                      <a:pPr algn="l" fontAlgn="base">
                        <a:lnSpc>
                          <a:spcPts val="2250"/>
                        </a:lnSpc>
                        <a:buNone/>
                      </a:pPr>
                      <a:r>
                        <a:rPr lang="ja-JP" altLang="en-US" sz="1900" b="1" i="0" cap="all">
                          <a:solidFill>
                            <a:srgbClr val="000000"/>
                          </a:solidFill>
                          <a:effectLst/>
                          <a:ea typeface="Univers Condensed Light" panose="020B0306020202040204" pitchFamily="34" charset="0"/>
                        </a:rPr>
                        <a:t>接続経路</a:t>
                      </a:r>
                      <a:r>
                        <a:rPr lang="ja-JP" altLang="en-US" sz="1900" b="1" i="0">
                          <a:solidFill>
                            <a:srgbClr val="FFFFFF"/>
                          </a:solidFill>
                          <a:effectLst/>
                          <a:latin typeface="Univers Condensed Light" panose="020B0306020202040204" pitchFamily="34" charset="0"/>
                        </a:rPr>
                        <a:t>​</a:t>
                      </a:r>
                      <a:endParaRPr lang="ja-JP" altLang="en-US" b="1" i="0">
                        <a:solidFill>
                          <a:srgbClr val="FFFFFF"/>
                        </a:solidFill>
                        <a:effectLst/>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AF7F6"/>
                    </a:solidFill>
                  </a:tcPr>
                </a:tc>
                <a:tc>
                  <a:txBody>
                    <a:bodyPr/>
                    <a:lstStyle/>
                    <a:p>
                      <a:pPr algn="l" fontAlgn="base">
                        <a:lnSpc>
                          <a:spcPts val="2250"/>
                        </a:lnSpc>
                        <a:buNone/>
                      </a:pPr>
                      <a:r>
                        <a:rPr lang="ja-JP" altLang="en-US" sz="1900" b="1" i="0" cap="all">
                          <a:solidFill>
                            <a:srgbClr val="000000"/>
                          </a:solidFill>
                          <a:effectLst/>
                          <a:ea typeface="Univers Condensed Light" panose="020B0306020202040204" pitchFamily="34" charset="0"/>
                        </a:rPr>
                        <a:t>プロトコル</a:t>
                      </a:r>
                      <a:r>
                        <a:rPr lang="ja-JP" altLang="en-US" sz="1900" b="1" i="0">
                          <a:solidFill>
                            <a:srgbClr val="FFFFFF"/>
                          </a:solidFill>
                          <a:effectLst/>
                          <a:latin typeface="Univers Condensed Light" panose="020B0306020202040204" pitchFamily="34" charset="0"/>
                        </a:rPr>
                        <a:t>​</a:t>
                      </a:r>
                      <a:endParaRPr lang="ja-JP" altLang="en-US" b="1" i="0">
                        <a:solidFill>
                          <a:srgbClr val="FFFFFF"/>
                        </a:solidFill>
                        <a:effectLst/>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AF7F6"/>
                    </a:solidFill>
                  </a:tcPr>
                </a:tc>
                <a:tc>
                  <a:txBody>
                    <a:bodyPr/>
                    <a:lstStyle/>
                    <a:p>
                      <a:pPr algn="l" fontAlgn="base">
                        <a:lnSpc>
                          <a:spcPts val="2250"/>
                        </a:lnSpc>
                        <a:buNone/>
                      </a:pPr>
                      <a:r>
                        <a:rPr lang="ja-JP" altLang="en-US" sz="1900" b="1" i="0" cap="all">
                          <a:solidFill>
                            <a:srgbClr val="000000"/>
                          </a:solidFill>
                          <a:effectLst/>
                          <a:ea typeface="Univers Condensed Light" panose="020B0306020202040204" pitchFamily="34" charset="0"/>
                        </a:rPr>
                        <a:t>役割</a:t>
                      </a:r>
                      <a:r>
                        <a:rPr lang="ja-JP" altLang="en-US" sz="1900" b="1" i="0">
                          <a:solidFill>
                            <a:srgbClr val="FFFFFF"/>
                          </a:solidFill>
                          <a:effectLst/>
                          <a:latin typeface="Univers Condensed Light" panose="020B0306020202040204" pitchFamily="34" charset="0"/>
                        </a:rPr>
                        <a:t>​</a:t>
                      </a:r>
                      <a:endParaRPr lang="ja-JP" altLang="en-US" b="1" i="0">
                        <a:solidFill>
                          <a:srgbClr val="FFFFFF"/>
                        </a:solidFill>
                        <a:effectLst/>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AF7F6"/>
                    </a:solidFill>
                  </a:tcPr>
                </a:tc>
                <a:extLst>
                  <a:ext uri="{0D108BD9-81ED-4DB2-BD59-A6C34878D82A}">
                    <a16:rowId xmlns:a16="http://schemas.microsoft.com/office/drawing/2014/main" val="1083449301"/>
                  </a:ext>
                </a:extLst>
              </a:tr>
              <a:tr h="464820">
                <a:tc>
                  <a:txBody>
                    <a:bodyPr/>
                    <a:lstStyle/>
                    <a:p>
                      <a:pPr algn="l" fontAlgn="base">
                        <a:lnSpc>
                          <a:spcPts val="1800"/>
                        </a:lnSpc>
                        <a:buNone/>
                      </a:pPr>
                      <a:r>
                        <a:rPr lang="ja-JP" altLang="en-US" sz="1500" b="1" i="0">
                          <a:solidFill>
                            <a:srgbClr val="000000"/>
                          </a:solidFill>
                          <a:effectLst/>
                          <a:ea typeface="Univers Condensed Light" panose="020B0306020202040204" pitchFamily="34" charset="0"/>
                        </a:rPr>
                        <a:t>ブラウザ → </a:t>
                      </a:r>
                      <a:r>
                        <a:rPr lang="en-US" altLang="ja-JP" sz="1500" b="1" i="0">
                          <a:solidFill>
                            <a:srgbClr val="000000"/>
                          </a:solidFill>
                          <a:effectLst/>
                          <a:latin typeface="Univers Condensed Light" panose="020B0306020202040204" pitchFamily="34" charset="0"/>
                        </a:rPr>
                        <a:t>Web</a:t>
                      </a:r>
                      <a:r>
                        <a:rPr lang="ja-JP" altLang="en-US" sz="1500" b="1" i="0">
                          <a:solidFill>
                            <a:srgbClr val="000000"/>
                          </a:solidFill>
                          <a:effectLst/>
                          <a:ea typeface="Univers Condensed Light" panose="020B0306020202040204" pitchFamily="34" charset="0"/>
                        </a:rPr>
                        <a:t>サーバ</a:t>
                      </a:r>
                      <a:r>
                        <a:rPr lang="ja-JP" altLang="en-US" sz="1500" b="0" i="0">
                          <a:solidFill>
                            <a:srgbClr val="000000"/>
                          </a:solidFill>
                          <a:effectLst/>
                          <a:latin typeface="Univers Condensed Light" panose="020B0306020202040204" pitchFamily="34" charset="0"/>
                        </a:rPr>
                        <a:t>​</a:t>
                      </a:r>
                      <a:endParaRPr lang="ja-JP" altLang="en-US" b="0" i="0">
                        <a:solidFill>
                          <a:srgbClr val="000000"/>
                        </a:solidFill>
                        <a:effectLst/>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lnSpc>
                          <a:spcPts val="1800"/>
                        </a:lnSpc>
                        <a:buNone/>
                      </a:pPr>
                      <a:r>
                        <a:rPr lang="en-US" sz="1500" b="0" i="0">
                          <a:solidFill>
                            <a:srgbClr val="000000"/>
                          </a:solidFill>
                          <a:effectLst/>
                          <a:latin typeface="Univers Condensed Light" panose="020B0306020202040204" pitchFamily="34" charset="0"/>
                        </a:rPr>
                        <a:t>HTTP/HTTPS​</a:t>
                      </a:r>
                      <a:endParaRPr lang="en-US" b="0" i="0">
                        <a:solidFill>
                          <a:srgbClr val="000000"/>
                        </a:solidFill>
                        <a:effectLst/>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lnSpc>
                          <a:spcPts val="1800"/>
                        </a:lnSpc>
                        <a:buNone/>
                      </a:pPr>
                      <a:r>
                        <a:rPr lang="ja-JP" altLang="en-US" sz="1500" b="0" i="0">
                          <a:solidFill>
                            <a:srgbClr val="000000"/>
                          </a:solidFill>
                          <a:effectLst/>
                          <a:ea typeface="Univers Condensed Light" panose="020B0306020202040204" pitchFamily="34" charset="0"/>
                        </a:rPr>
                        <a:t>リクエスト送信、レスポンス受信</a:t>
                      </a:r>
                      <a:r>
                        <a:rPr lang="ja-JP" altLang="en-US" sz="1500" b="0" i="0">
                          <a:solidFill>
                            <a:srgbClr val="000000"/>
                          </a:solidFill>
                          <a:effectLst/>
                          <a:latin typeface="Univers Condensed Light" panose="020B0306020202040204" pitchFamily="34" charset="0"/>
                        </a:rPr>
                        <a:t>​</a:t>
                      </a:r>
                      <a:endParaRPr lang="ja-JP" altLang="en-US" b="0" i="0">
                        <a:solidFill>
                          <a:srgbClr val="000000"/>
                        </a:solidFill>
                        <a:effectLst/>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072069009"/>
                  </a:ext>
                </a:extLst>
              </a:tr>
              <a:tr h="464820">
                <a:tc>
                  <a:txBody>
                    <a:bodyPr/>
                    <a:lstStyle/>
                    <a:p>
                      <a:pPr algn="l" fontAlgn="base">
                        <a:lnSpc>
                          <a:spcPts val="1800"/>
                        </a:lnSpc>
                        <a:buNone/>
                      </a:pPr>
                      <a:r>
                        <a:rPr lang="en-US" altLang="ja-JP" sz="1500" b="1" i="0">
                          <a:solidFill>
                            <a:srgbClr val="000000"/>
                          </a:solidFill>
                          <a:effectLst/>
                          <a:latin typeface="Univers Condensed Light" panose="020B0306020202040204" pitchFamily="34" charset="0"/>
                        </a:rPr>
                        <a:t>Web</a:t>
                      </a:r>
                      <a:r>
                        <a:rPr lang="ja-JP" altLang="en-US" sz="1500" b="1" i="0">
                          <a:solidFill>
                            <a:srgbClr val="000000"/>
                          </a:solidFill>
                          <a:effectLst/>
                          <a:ea typeface="Univers Condensed Light" panose="020B0306020202040204" pitchFamily="34" charset="0"/>
                        </a:rPr>
                        <a:t>サーバ → アプリ層</a:t>
                      </a:r>
                      <a:r>
                        <a:rPr lang="ja-JP" altLang="en-US" sz="1500" b="0" i="0">
                          <a:solidFill>
                            <a:srgbClr val="000000"/>
                          </a:solidFill>
                          <a:effectLst/>
                          <a:latin typeface="Univers Condensed Light" panose="020B0306020202040204" pitchFamily="34" charset="0"/>
                        </a:rPr>
                        <a:t>​</a:t>
                      </a:r>
                      <a:endParaRPr lang="ja-JP" altLang="en-US" b="0" i="0">
                        <a:solidFill>
                          <a:srgbClr val="000000"/>
                        </a:solidFill>
                        <a:effectLst/>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l" fontAlgn="base">
                        <a:lnSpc>
                          <a:spcPts val="1800"/>
                        </a:lnSpc>
                        <a:buNone/>
                      </a:pPr>
                      <a:r>
                        <a:rPr lang="ja-JP" altLang="en-US" sz="1500" b="0" i="0">
                          <a:solidFill>
                            <a:srgbClr val="000000"/>
                          </a:solidFill>
                          <a:effectLst/>
                          <a:ea typeface="Univers Condensed Light" panose="020B0306020202040204" pitchFamily="34" charset="0"/>
                        </a:rPr>
                        <a:t>内部プロセス</a:t>
                      </a:r>
                      <a:r>
                        <a:rPr lang="ja-JP" altLang="en-US" sz="1500" b="0" i="0">
                          <a:solidFill>
                            <a:srgbClr val="000000"/>
                          </a:solidFill>
                          <a:effectLst/>
                          <a:latin typeface="Univers Condensed Light" panose="020B0306020202040204" pitchFamily="34" charset="0"/>
                        </a:rPr>
                        <a:t>​</a:t>
                      </a:r>
                      <a:endParaRPr lang="ja-JP" altLang="en-US" b="0" i="0">
                        <a:solidFill>
                          <a:srgbClr val="000000"/>
                        </a:solidFill>
                        <a:effectLst/>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l" fontAlgn="base">
                        <a:lnSpc>
                          <a:spcPts val="1800"/>
                        </a:lnSpc>
                        <a:buNone/>
                      </a:pPr>
                      <a:r>
                        <a:rPr lang="ja-JP" altLang="en-US" sz="1500" b="0" i="0">
                          <a:solidFill>
                            <a:srgbClr val="000000"/>
                          </a:solidFill>
                          <a:effectLst/>
                          <a:ea typeface="Univers Condensed Light" panose="020B0306020202040204" pitchFamily="34" charset="0"/>
                        </a:rPr>
                        <a:t>ルーティング、ビジネスロジック実行</a:t>
                      </a:r>
                      <a:r>
                        <a:rPr lang="ja-JP" altLang="en-US" sz="1500" b="0" i="0">
                          <a:solidFill>
                            <a:srgbClr val="000000"/>
                          </a:solidFill>
                          <a:effectLst/>
                          <a:latin typeface="Univers Condensed Light" panose="020B0306020202040204" pitchFamily="34" charset="0"/>
                        </a:rPr>
                        <a:t>​</a:t>
                      </a:r>
                      <a:endParaRPr lang="ja-JP" altLang="en-US" b="0" i="0">
                        <a:solidFill>
                          <a:srgbClr val="000000"/>
                        </a:solidFill>
                        <a:effectLst/>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68584035"/>
                  </a:ext>
                </a:extLst>
              </a:tr>
              <a:tr h="464820">
                <a:tc>
                  <a:txBody>
                    <a:bodyPr/>
                    <a:lstStyle/>
                    <a:p>
                      <a:pPr algn="l" fontAlgn="base">
                        <a:lnSpc>
                          <a:spcPts val="1800"/>
                        </a:lnSpc>
                        <a:buNone/>
                      </a:pPr>
                      <a:r>
                        <a:rPr lang="ja-JP" altLang="en-US" sz="1500" b="1" i="0">
                          <a:solidFill>
                            <a:srgbClr val="000000"/>
                          </a:solidFill>
                          <a:effectLst/>
                          <a:ea typeface="Univers Condensed Light" panose="020B0306020202040204" pitchFamily="34" charset="0"/>
                        </a:rPr>
                        <a:t>アプリ層 → </a:t>
                      </a:r>
                      <a:r>
                        <a:rPr lang="en-US" sz="1500" b="1" i="0">
                          <a:solidFill>
                            <a:srgbClr val="000000"/>
                          </a:solidFill>
                          <a:effectLst/>
                          <a:latin typeface="Univers Condensed Light" panose="020B0306020202040204" pitchFamily="34" charset="0"/>
                        </a:rPr>
                        <a:t>DB</a:t>
                      </a:r>
                      <a:r>
                        <a:rPr lang="en-US" sz="1500" b="0" i="0">
                          <a:solidFill>
                            <a:srgbClr val="000000"/>
                          </a:solidFill>
                          <a:effectLst/>
                          <a:latin typeface="Univers Condensed Light" panose="020B0306020202040204" pitchFamily="34" charset="0"/>
                        </a:rPr>
                        <a:t>​</a:t>
                      </a:r>
                      <a:endParaRPr lang="en-US" b="0" i="0">
                        <a:solidFill>
                          <a:srgbClr val="000000"/>
                        </a:solidFill>
                        <a:effectLst/>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lnSpc>
                          <a:spcPts val="1800"/>
                        </a:lnSpc>
                        <a:buNone/>
                      </a:pPr>
                      <a:r>
                        <a:rPr lang="en-US" sz="1500" b="0" i="0" dirty="0">
                          <a:solidFill>
                            <a:srgbClr val="000000"/>
                          </a:solidFill>
                          <a:effectLst/>
                          <a:latin typeface="Univers Condensed Light" panose="020B0306020202040204" pitchFamily="34" charset="0"/>
                        </a:rPr>
                        <a:t>TCP/PostgreSQL​</a:t>
                      </a:r>
                      <a:endParaRPr lang="en-US" b="0" i="0" dirty="0">
                        <a:solidFill>
                          <a:srgbClr val="000000"/>
                        </a:solidFill>
                        <a:effectLst/>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lnSpc>
                          <a:spcPts val="1800"/>
                        </a:lnSpc>
                        <a:buNone/>
                      </a:pPr>
                      <a:r>
                        <a:rPr lang="en-US" altLang="ja-JP" sz="1500" b="0" i="0" dirty="0">
                          <a:solidFill>
                            <a:srgbClr val="000000"/>
                          </a:solidFill>
                          <a:effectLst/>
                          <a:latin typeface="Univers Condensed Light" panose="020B0306020202040204" pitchFamily="34" charset="0"/>
                        </a:rPr>
                        <a:t>SQL</a:t>
                      </a:r>
                      <a:r>
                        <a:rPr lang="ja-JP" altLang="en-US" sz="1500" b="0" i="0" dirty="0">
                          <a:solidFill>
                            <a:srgbClr val="000000"/>
                          </a:solidFill>
                          <a:effectLst/>
                          <a:ea typeface="Univers Condensed Light" panose="020B0306020202040204" pitchFamily="34" charset="0"/>
                        </a:rPr>
                        <a:t>クエリ実行、データ永続化</a:t>
                      </a:r>
                      <a:r>
                        <a:rPr lang="ja-JP" altLang="en-US" sz="1500" b="0" i="0" dirty="0">
                          <a:solidFill>
                            <a:srgbClr val="000000"/>
                          </a:solidFill>
                          <a:effectLst/>
                          <a:latin typeface="Univers Condensed Light" panose="020B0306020202040204" pitchFamily="34" charset="0"/>
                        </a:rPr>
                        <a:t>​</a:t>
                      </a:r>
                      <a:endParaRPr lang="ja-JP" altLang="en-US" b="0" i="0" dirty="0">
                        <a:solidFill>
                          <a:srgbClr val="000000"/>
                        </a:solidFill>
                        <a:effectLst/>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4284343138"/>
                  </a:ext>
                </a:extLst>
              </a:tr>
            </a:tbl>
          </a:graphicData>
        </a:graphic>
      </p:graphicFrame>
      <p:sp>
        <p:nvSpPr>
          <p:cNvPr id="5" name="Rectangle 1">
            <a:extLst>
              <a:ext uri="{FF2B5EF4-FFF2-40B4-BE49-F238E27FC236}">
                <a16:creationId xmlns:a16="http://schemas.microsoft.com/office/drawing/2014/main" id="{1B5741D1-98BA-E4F6-6CC4-0EAC178AA362}"/>
              </a:ext>
            </a:extLst>
          </p:cNvPr>
          <p:cNvSpPr>
            <a:spLocks noChangeArrowheads="1"/>
          </p:cNvSpPr>
          <p:nvPr/>
        </p:nvSpPr>
        <p:spPr bwMode="auto">
          <a:xfrm>
            <a:off x="2282941" y="230845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800" b="0" i="0" u="none" strike="noStrike" cap="none" normalizeH="0" baseline="0">
                <a:ln>
                  <a:noFill/>
                </a:ln>
                <a:solidFill>
                  <a:srgbClr val="000000"/>
                </a:solidFill>
                <a:effectLst/>
                <a:latin typeface="Noto Sans JP" panose="020B0200000000000000" pitchFamily="50" charset="-128"/>
                <a:ea typeface="Noto Sans JP" panose="020B0200000000000000" pitchFamily="50" charset="-128"/>
              </a:rPr>
              <a:t> </a:t>
            </a:r>
            <a:endParaRPr kumimoji="0" lang="ja-JP" altLang="ja-JP"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ja-JP" altLang="ja-JP"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61827033"/>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7791</TotalTime>
  <Words>1001</Words>
  <Application>Microsoft Office PowerPoint</Application>
  <PresentationFormat>ワイド画面</PresentationFormat>
  <Paragraphs>172</Paragraphs>
  <Slides>17</Slides>
  <Notes>1</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17</vt:i4>
      </vt:variant>
    </vt:vector>
  </HeadingPairs>
  <TitlesOfParts>
    <vt:vector size="25" baseType="lpstr">
      <vt:lpstr>Meiryo UI</vt:lpstr>
      <vt:lpstr>Noto Sans JP</vt:lpstr>
      <vt:lpstr>游ゴシック</vt:lpstr>
      <vt:lpstr>游ゴシック Light</vt:lpstr>
      <vt:lpstr>Arial</vt:lpstr>
      <vt:lpstr>Corbel</vt:lpstr>
      <vt:lpstr>Univers Condensed Light</vt:lpstr>
      <vt:lpstr>Office テーマ</vt:lpstr>
      <vt:lpstr>メモ管理システム　team_sea</vt:lpstr>
      <vt:lpstr>企画</vt:lpstr>
      <vt:lpstr>PowerPoint プレゼンテーション</vt:lpstr>
      <vt:lpstr>ペルソナの課題・ニーズ</vt:lpstr>
      <vt:lpstr>ストーリーボード</vt:lpstr>
      <vt:lpstr>ビジネス要件定義</vt:lpstr>
      <vt:lpstr>機能要件・非機能要件</vt:lpstr>
      <vt:lpstr>機能要件</vt:lpstr>
      <vt:lpstr>機能要件</vt:lpstr>
      <vt:lpstr>機能要件</vt:lpstr>
      <vt:lpstr>非機能要件</vt:lpstr>
      <vt:lpstr>非機能要件</vt:lpstr>
      <vt:lpstr>非機能要件</vt:lpstr>
      <vt:lpstr>システム全体構成</vt:lpstr>
      <vt:lpstr>ER図</vt:lpstr>
      <vt:lpstr>Webアプリケーションの3層構造と役割</vt:lpstr>
      <vt:lpstr>クライアントからDBまでの接続フロー</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純也 海野</dc:creator>
  <cp:lastModifiedBy>Koki Moriguchi</cp:lastModifiedBy>
  <cp:revision>1</cp:revision>
  <dcterms:created xsi:type="dcterms:W3CDTF">2026-01-16T01:42:09Z</dcterms:created>
  <dcterms:modified xsi:type="dcterms:W3CDTF">2026-01-22T18:27:13Z</dcterms:modified>
</cp:coreProperties>
</file>